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sldIdLst>
    <p:sldId id="256" r:id="rId2"/>
    <p:sldId id="257" r:id="rId3"/>
    <p:sldId id="258" r:id="rId4"/>
    <p:sldId id="259" r:id="rId5"/>
    <p:sldId id="260" r:id="rId6"/>
    <p:sldId id="261" r:id="rId7"/>
    <p:sldId id="262" r:id="rId8"/>
    <p:sldId id="263" r:id="rId9"/>
    <p:sldId id="264" r:id="rId10"/>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4995" autoAdjust="0"/>
    <p:restoredTop sz="94660"/>
  </p:normalViewPr>
  <p:slideViewPr>
    <p:cSldViewPr snapToGrid="0">
      <p:cViewPr varScale="1">
        <p:scale>
          <a:sx n="78" d="100"/>
          <a:sy n="78" d="100"/>
        </p:scale>
        <p:origin x="878" y="6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viewProps" Target="view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presProps" Target="presProps.xml"/><Relationship Id="rId5" Type="http://schemas.openxmlformats.org/officeDocument/2006/relationships/slide" Target="slides/slide4.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tableStyles" Target="tableStyle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grpSp>
        <p:nvGrpSpPr>
          <p:cNvPr id="19" name="Group 18"/>
          <p:cNvGrpSpPr/>
          <p:nvPr/>
        </p:nvGrpSpPr>
        <p:grpSpPr>
          <a:xfrm>
            <a:off x="546100" y="-4763"/>
            <a:ext cx="5014912" cy="6862763"/>
            <a:chOff x="2928938" y="-4763"/>
            <a:chExt cx="5014912" cy="6862763"/>
          </a:xfrm>
        </p:grpSpPr>
        <p:sp>
          <p:nvSpPr>
            <p:cNvPr id="22" name="Freeform 6"/>
            <p:cNvSpPr/>
            <p:nvPr/>
          </p:nvSpPr>
          <p:spPr bwMode="auto">
            <a:xfrm>
              <a:off x="3367088" y="-4763"/>
              <a:ext cx="1063625" cy="2782888"/>
            </a:xfrm>
            <a:custGeom>
              <a:avLst/>
              <a:gdLst/>
              <a:ahLst/>
              <a:cxnLst/>
              <a:rect l="0" t="0" r="r" b="b"/>
              <a:pathLst>
                <a:path w="670" h="1753">
                  <a:moveTo>
                    <a:pt x="0" y="1696"/>
                  </a:moveTo>
                  <a:lnTo>
                    <a:pt x="225" y="1753"/>
                  </a:lnTo>
                  <a:lnTo>
                    <a:pt x="670" y="0"/>
                  </a:lnTo>
                  <a:lnTo>
                    <a:pt x="430" y="0"/>
                  </a:lnTo>
                  <a:lnTo>
                    <a:pt x="0" y="1696"/>
                  </a:lnTo>
                  <a:close/>
                </a:path>
              </a:pathLst>
            </a:custGeom>
            <a:solidFill>
              <a:schemeClr val="accent1"/>
            </a:solidFill>
            <a:ln>
              <a:noFill/>
            </a:ln>
          </p:spPr>
        </p:sp>
        <p:sp>
          <p:nvSpPr>
            <p:cNvPr id="23" name="Freeform 7"/>
            <p:cNvSpPr/>
            <p:nvPr/>
          </p:nvSpPr>
          <p:spPr bwMode="auto">
            <a:xfrm>
              <a:off x="2928938" y="-4763"/>
              <a:ext cx="1035050" cy="2673350"/>
            </a:xfrm>
            <a:custGeom>
              <a:avLst/>
              <a:gdLst/>
              <a:ahLst/>
              <a:cxnLst/>
              <a:rect l="0" t="0" r="r" b="b"/>
              <a:pathLst>
                <a:path w="652" h="1684">
                  <a:moveTo>
                    <a:pt x="225" y="1684"/>
                  </a:moveTo>
                  <a:lnTo>
                    <a:pt x="652" y="0"/>
                  </a:lnTo>
                  <a:lnTo>
                    <a:pt x="411" y="0"/>
                  </a:lnTo>
                  <a:lnTo>
                    <a:pt x="0" y="1627"/>
                  </a:lnTo>
                  <a:lnTo>
                    <a:pt x="219" y="1681"/>
                  </a:lnTo>
                  <a:lnTo>
                    <a:pt x="225" y="1684"/>
                  </a:lnTo>
                  <a:close/>
                </a:path>
              </a:pathLst>
            </a:custGeom>
            <a:solidFill>
              <a:schemeClr val="tx1">
                <a:lumMod val="65000"/>
                <a:lumOff val="35000"/>
              </a:schemeClr>
            </a:solidFill>
            <a:ln>
              <a:noFill/>
            </a:ln>
          </p:spPr>
        </p:sp>
        <p:sp>
          <p:nvSpPr>
            <p:cNvPr id="24" name="Freeform 9"/>
            <p:cNvSpPr/>
            <p:nvPr/>
          </p:nvSpPr>
          <p:spPr bwMode="auto">
            <a:xfrm>
              <a:off x="2928938" y="2582862"/>
              <a:ext cx="2693987" cy="4275138"/>
            </a:xfrm>
            <a:custGeom>
              <a:avLst/>
              <a:gdLst/>
              <a:ahLst/>
              <a:cxnLst/>
              <a:rect l="0" t="0" r="r" b="b"/>
              <a:pathLst>
                <a:path w="1697" h="2693">
                  <a:moveTo>
                    <a:pt x="0" y="0"/>
                  </a:moveTo>
                  <a:lnTo>
                    <a:pt x="1622" y="2693"/>
                  </a:lnTo>
                  <a:lnTo>
                    <a:pt x="1697" y="2693"/>
                  </a:lnTo>
                  <a:lnTo>
                    <a:pt x="0" y="0"/>
                  </a:lnTo>
                  <a:close/>
                </a:path>
              </a:pathLst>
            </a:custGeom>
            <a:solidFill>
              <a:schemeClr val="tx1">
                <a:lumMod val="85000"/>
                <a:lumOff val="15000"/>
              </a:schemeClr>
            </a:solidFill>
            <a:ln>
              <a:noFill/>
            </a:ln>
          </p:spPr>
        </p:sp>
        <p:sp>
          <p:nvSpPr>
            <p:cNvPr id="25" name="Freeform 10"/>
            <p:cNvSpPr/>
            <p:nvPr/>
          </p:nvSpPr>
          <p:spPr bwMode="auto">
            <a:xfrm>
              <a:off x="3371850" y="2692400"/>
              <a:ext cx="3332162" cy="4165600"/>
            </a:xfrm>
            <a:custGeom>
              <a:avLst/>
              <a:gdLst/>
              <a:ahLst/>
              <a:cxnLst/>
              <a:rect l="0" t="0" r="r" b="b"/>
              <a:pathLst>
                <a:path w="2099" h="2624">
                  <a:moveTo>
                    <a:pt x="2099" y="2624"/>
                  </a:moveTo>
                  <a:lnTo>
                    <a:pt x="0" y="0"/>
                  </a:lnTo>
                  <a:lnTo>
                    <a:pt x="2021" y="2624"/>
                  </a:lnTo>
                  <a:lnTo>
                    <a:pt x="2099" y="2624"/>
                  </a:lnTo>
                  <a:close/>
                </a:path>
              </a:pathLst>
            </a:custGeom>
            <a:solidFill>
              <a:schemeClr val="accent1">
                <a:lumMod val="50000"/>
              </a:schemeClr>
            </a:solidFill>
            <a:ln>
              <a:noFill/>
            </a:ln>
          </p:spPr>
        </p:sp>
        <p:sp>
          <p:nvSpPr>
            <p:cNvPr id="26" name="Freeform 11"/>
            <p:cNvSpPr/>
            <p:nvPr/>
          </p:nvSpPr>
          <p:spPr bwMode="auto">
            <a:xfrm>
              <a:off x="3367088" y="2687637"/>
              <a:ext cx="4576762" cy="4170363"/>
            </a:xfrm>
            <a:custGeom>
              <a:avLst/>
              <a:gdLst/>
              <a:ahLst/>
              <a:cxnLst/>
              <a:rect l="0" t="0" r="r" b="b"/>
              <a:pathLst>
                <a:path w="2883" h="2627">
                  <a:moveTo>
                    <a:pt x="0" y="0"/>
                  </a:moveTo>
                  <a:lnTo>
                    <a:pt x="3" y="3"/>
                  </a:lnTo>
                  <a:lnTo>
                    <a:pt x="2102" y="2627"/>
                  </a:lnTo>
                  <a:lnTo>
                    <a:pt x="2883" y="2627"/>
                  </a:lnTo>
                  <a:lnTo>
                    <a:pt x="225" y="57"/>
                  </a:lnTo>
                  <a:lnTo>
                    <a:pt x="0" y="0"/>
                  </a:lnTo>
                  <a:close/>
                </a:path>
              </a:pathLst>
            </a:custGeom>
            <a:solidFill>
              <a:schemeClr val="accent1">
                <a:lumMod val="75000"/>
              </a:schemeClr>
            </a:solidFill>
            <a:ln>
              <a:noFill/>
            </a:ln>
          </p:spPr>
        </p:sp>
        <p:sp>
          <p:nvSpPr>
            <p:cNvPr id="27" name="Freeform 12"/>
            <p:cNvSpPr/>
            <p:nvPr/>
          </p:nvSpPr>
          <p:spPr bwMode="auto">
            <a:xfrm>
              <a:off x="2928938" y="2578100"/>
              <a:ext cx="3584575" cy="4279900"/>
            </a:xfrm>
            <a:custGeom>
              <a:avLst/>
              <a:gdLst/>
              <a:ahLst/>
              <a:cxnLst/>
              <a:rect l="0" t="0" r="r" b="b"/>
              <a:pathLst>
                <a:path w="2258" h="2696">
                  <a:moveTo>
                    <a:pt x="2258" y="2696"/>
                  </a:moveTo>
                  <a:lnTo>
                    <a:pt x="264" y="111"/>
                  </a:lnTo>
                  <a:lnTo>
                    <a:pt x="228" y="60"/>
                  </a:lnTo>
                  <a:lnTo>
                    <a:pt x="225" y="57"/>
                  </a:lnTo>
                  <a:lnTo>
                    <a:pt x="0" y="0"/>
                  </a:lnTo>
                  <a:lnTo>
                    <a:pt x="0" y="3"/>
                  </a:lnTo>
                  <a:lnTo>
                    <a:pt x="1697" y="2696"/>
                  </a:lnTo>
                  <a:lnTo>
                    <a:pt x="2258" y="2696"/>
                  </a:lnTo>
                  <a:close/>
                </a:path>
              </a:pathLst>
            </a:custGeom>
            <a:solidFill>
              <a:schemeClr val="tx1">
                <a:lumMod val="75000"/>
                <a:lumOff val="25000"/>
              </a:schemeClr>
            </a:solidFill>
            <a:ln>
              <a:noFill/>
            </a:ln>
          </p:spPr>
        </p:sp>
      </p:grpSp>
      <p:sp>
        <p:nvSpPr>
          <p:cNvPr id="2" name="Title 1"/>
          <p:cNvSpPr>
            <a:spLocks noGrp="1"/>
          </p:cNvSpPr>
          <p:nvPr>
            <p:ph type="ctrTitle"/>
          </p:nvPr>
        </p:nvSpPr>
        <p:spPr>
          <a:xfrm>
            <a:off x="2928401" y="1380068"/>
            <a:ext cx="8574622" cy="2616199"/>
          </a:xfrm>
        </p:spPr>
        <p:txBody>
          <a:bodyPr anchor="b">
            <a:normAutofit/>
          </a:bodyPr>
          <a:lstStyle>
            <a:lvl1pPr algn="r">
              <a:defRPr sz="6000">
                <a:effectLst/>
              </a:defRPr>
            </a:lvl1pPr>
          </a:lstStyle>
          <a:p>
            <a:r>
              <a:rPr lang="en-US"/>
              <a:t>Click to edit Master title style</a:t>
            </a:r>
            <a:endParaRPr lang="en-US" dirty="0"/>
          </a:p>
        </p:txBody>
      </p:sp>
      <p:sp>
        <p:nvSpPr>
          <p:cNvPr id="3" name="Subtitle 2"/>
          <p:cNvSpPr>
            <a:spLocks noGrp="1"/>
          </p:cNvSpPr>
          <p:nvPr>
            <p:ph type="subTitle" idx="1"/>
          </p:nvPr>
        </p:nvSpPr>
        <p:spPr>
          <a:xfrm>
            <a:off x="4515377" y="3996267"/>
            <a:ext cx="6987645" cy="1388534"/>
          </a:xfrm>
        </p:spPr>
        <p:txBody>
          <a:bodyPr anchor="t">
            <a:normAutofit/>
          </a:bodyPr>
          <a:lstStyle>
            <a:lvl1pPr marL="0" indent="0" algn="r">
              <a:buNone/>
              <a:defRPr sz="2100">
                <a:solidFill>
                  <a:schemeClr val="tx1"/>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22F050B6-1C8F-43BF-95CB-D587EF4327CC}" type="datetimeFigureOut">
              <a:rPr lang="en-US" smtClean="0"/>
              <a:t>11/30/2025</a:t>
            </a:fld>
            <a:endParaRPr lang="en-US"/>
          </a:p>
        </p:txBody>
      </p:sp>
      <p:sp>
        <p:nvSpPr>
          <p:cNvPr id="5" name="Footer Placeholder 4"/>
          <p:cNvSpPr>
            <a:spLocks noGrp="1"/>
          </p:cNvSpPr>
          <p:nvPr>
            <p:ph type="ftr" sz="quarter" idx="11"/>
          </p:nvPr>
        </p:nvSpPr>
        <p:spPr>
          <a:xfrm>
            <a:off x="5332412" y="5883275"/>
            <a:ext cx="4324044" cy="365125"/>
          </a:xfrm>
        </p:spPr>
        <p:txBody>
          <a:bodyPr/>
          <a:lstStyle/>
          <a:p>
            <a:endParaRPr lang="en-US"/>
          </a:p>
        </p:txBody>
      </p:sp>
      <p:sp>
        <p:nvSpPr>
          <p:cNvPr id="6" name="Slide Number Placeholder 5"/>
          <p:cNvSpPr>
            <a:spLocks noGrp="1"/>
          </p:cNvSpPr>
          <p:nvPr>
            <p:ph type="sldNum" sz="quarter" idx="12"/>
          </p:nvPr>
        </p:nvSpPr>
        <p:spPr/>
        <p:txBody>
          <a:bodyPr/>
          <a:lstStyle/>
          <a:p>
            <a:fld id="{6115F986-4F8F-465C-8491-BBC2BD641D6F}" type="slidenum">
              <a:rPr lang="en-US" smtClean="0"/>
              <a:t>‹#›</a:t>
            </a:fld>
            <a:endParaRPr lang="en-US"/>
          </a:p>
        </p:txBody>
      </p:sp>
    </p:spTree>
    <p:extLst>
      <p:ext uri="{BB962C8B-B14F-4D97-AF65-F5344CB8AC3E}">
        <p14:creationId xmlns:p14="http://schemas.microsoft.com/office/powerpoint/2010/main" val="363302789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nchor="ct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22F050B6-1C8F-43BF-95CB-D587EF4327CC}" type="datetimeFigureOut">
              <a:rPr lang="en-US" smtClean="0"/>
              <a:t>11/30/2025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a:xfrm>
            <a:off x="10951856" y="5867131"/>
            <a:ext cx="551167" cy="365125"/>
          </a:xfrm>
        </p:spPr>
        <p:txBody>
          <a:bodyPr/>
          <a:lstStyle/>
          <a:p>
            <a:fld id="{6115F986-4F8F-465C-8491-BBC2BD641D6F}" type="slidenum">
              <a:rPr lang="en-US" smtClean="0"/>
              <a:t>‹#›</a:t>
            </a:fld>
            <a:endParaRPr lang="en-US"/>
          </a:p>
        </p:txBody>
      </p:sp>
    </p:spTree>
    <p:extLst>
      <p:ext uri="{BB962C8B-B14F-4D97-AF65-F5344CB8AC3E}">
        <p14:creationId xmlns:p14="http://schemas.microsoft.com/office/powerpoint/2010/main" val="1616126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2572279" y="2666999"/>
            <a:ext cx="8930747" cy="2110382"/>
          </a:xfrm>
        </p:spPr>
        <p:txBody>
          <a:bodyPr anchor="b"/>
          <a:lstStyle>
            <a:lvl1pPr algn="r">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2572278" y="4777381"/>
            <a:ext cx="8930748" cy="860400"/>
          </a:xfrm>
        </p:spPr>
        <p:txBody>
          <a:bodyPr anchor="t">
            <a:normAutofit/>
          </a:bodyPr>
          <a:lstStyle>
            <a:lvl1pPr marL="0" indent="0" algn="r">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22F050B6-1C8F-43BF-95CB-D587EF4327CC}" type="datetimeFigureOut">
              <a:rPr lang="en-US" smtClean="0"/>
              <a:t>11/30/2025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6115F986-4F8F-465C-8491-BBC2BD641D6F}" type="slidenum">
              <a:rPr lang="en-US" smtClean="0"/>
              <a:t>‹#›</a:t>
            </a:fld>
            <a:endParaRPr lang="en-US"/>
          </a:p>
        </p:txBody>
      </p:sp>
    </p:spTree>
    <p:extLst>
      <p:ext uri="{BB962C8B-B14F-4D97-AF65-F5344CB8AC3E}">
        <p14:creationId xmlns:p14="http://schemas.microsoft.com/office/powerpoint/2010/main" val="248556001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1484311" y="685800"/>
            <a:ext cx="10018713" cy="1752599"/>
          </a:xfrm>
        </p:spPr>
        <p:txBody>
          <a:bodyPr/>
          <a:lstStyle/>
          <a:p>
            <a:r>
              <a:rPr lang="en-US"/>
              <a:t>Click to edit Master title style</a:t>
            </a:r>
            <a:endParaRPr lang="en-US" dirty="0"/>
          </a:p>
        </p:txBody>
      </p:sp>
      <p:sp>
        <p:nvSpPr>
          <p:cNvPr id="3" name="Content Placeholder 2"/>
          <p:cNvSpPr>
            <a:spLocks noGrp="1"/>
          </p:cNvSpPr>
          <p:nvPr>
            <p:ph sz="half" idx="1"/>
          </p:nvPr>
        </p:nvSpPr>
        <p:spPr>
          <a:xfrm>
            <a:off x="1484312" y="2666999"/>
            <a:ext cx="4895055" cy="3124201"/>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607967" y="2667000"/>
            <a:ext cx="4895056" cy="3124200"/>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22F050B6-1C8F-43BF-95CB-D587EF4327CC}" type="datetimeFigureOut">
              <a:rPr lang="en-US" smtClean="0"/>
              <a:t>11/30/2025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6115F986-4F8F-465C-8491-BBC2BD641D6F}" type="slidenum">
              <a:rPr lang="en-US" smtClean="0"/>
              <a:t>‹#›</a:t>
            </a:fld>
            <a:endParaRPr lang="en-US"/>
          </a:p>
        </p:txBody>
      </p:sp>
    </p:spTree>
    <p:extLst>
      <p:ext uri="{BB962C8B-B14F-4D97-AF65-F5344CB8AC3E}">
        <p14:creationId xmlns:p14="http://schemas.microsoft.com/office/powerpoint/2010/main" val="157901067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US" dirty="0"/>
          </a:p>
        </p:txBody>
      </p:sp>
      <p:sp>
        <p:nvSpPr>
          <p:cNvPr id="3" name="Text Placeholder 2"/>
          <p:cNvSpPr>
            <a:spLocks noGrp="1"/>
          </p:cNvSpPr>
          <p:nvPr>
            <p:ph type="body" idx="1"/>
          </p:nvPr>
        </p:nvSpPr>
        <p:spPr>
          <a:xfrm>
            <a:off x="1772179" y="2658533"/>
            <a:ext cx="4607188" cy="576262"/>
          </a:xfrm>
        </p:spPr>
        <p:txBody>
          <a:bodyPr anchor="b">
            <a:noAutofit/>
          </a:bodyPr>
          <a:lstStyle>
            <a:lvl1pPr marL="0" indent="0">
              <a:buNone/>
              <a:defRPr sz="2800" b="0">
                <a:solidFill>
                  <a:schemeClr val="accent1">
                    <a:lumMod val="75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484311" y="3335337"/>
            <a:ext cx="4895056" cy="2455862"/>
          </a:xfrm>
        </p:spPr>
        <p:txBody>
          <a:bodyPr anchor="t">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880487" y="2667000"/>
            <a:ext cx="4622537" cy="576262"/>
          </a:xfrm>
        </p:spPr>
        <p:txBody>
          <a:bodyPr anchor="b">
            <a:noAutofit/>
          </a:bodyPr>
          <a:lstStyle>
            <a:lvl1pPr marL="0" indent="0">
              <a:buNone/>
              <a:defRPr sz="2800" b="0">
                <a:solidFill>
                  <a:schemeClr val="accent1">
                    <a:lumMod val="75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607967" y="3335337"/>
            <a:ext cx="4895056" cy="2455862"/>
          </a:xfrm>
        </p:spPr>
        <p:txBody>
          <a:bodyPr anchor="t">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22F050B6-1C8F-43BF-95CB-D587EF4327CC}" type="datetimeFigureOut">
              <a:rPr lang="en-US" smtClean="0"/>
              <a:t>11/30/2025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6115F986-4F8F-465C-8491-BBC2BD641D6F}" type="slidenum">
              <a:rPr lang="en-US" smtClean="0"/>
              <a:t>‹#›</a:t>
            </a:fld>
            <a:endParaRPr lang="en-US"/>
          </a:p>
        </p:txBody>
      </p:sp>
    </p:spTree>
    <p:extLst>
      <p:ext uri="{BB962C8B-B14F-4D97-AF65-F5344CB8AC3E}">
        <p14:creationId xmlns:p14="http://schemas.microsoft.com/office/powerpoint/2010/main" val="193568416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22F050B6-1C8F-43BF-95CB-D587EF4327CC}" type="datetimeFigureOut">
              <a:rPr lang="en-US" smtClean="0"/>
              <a:t>11/30/2025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6115F986-4F8F-465C-8491-BBC2BD641D6F}" type="slidenum">
              <a:rPr lang="en-US" smtClean="0"/>
              <a:t>‹#›</a:t>
            </a:fld>
            <a:endParaRPr lang="en-US"/>
          </a:p>
        </p:txBody>
      </p:sp>
    </p:spTree>
    <p:extLst>
      <p:ext uri="{BB962C8B-B14F-4D97-AF65-F5344CB8AC3E}">
        <p14:creationId xmlns:p14="http://schemas.microsoft.com/office/powerpoint/2010/main" val="304956939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22F050B6-1C8F-43BF-95CB-D587EF4327CC}" type="datetimeFigureOut">
              <a:rPr lang="en-US" smtClean="0"/>
              <a:t>11/30/2025</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6115F986-4F8F-465C-8491-BBC2BD641D6F}" type="slidenum">
              <a:rPr lang="en-US" smtClean="0"/>
              <a:t>‹#›</a:t>
            </a:fld>
            <a:endParaRPr lang="en-US"/>
          </a:p>
        </p:txBody>
      </p:sp>
    </p:spTree>
    <p:extLst>
      <p:ext uri="{BB962C8B-B14F-4D97-AF65-F5344CB8AC3E}">
        <p14:creationId xmlns:p14="http://schemas.microsoft.com/office/powerpoint/2010/main" val="333877527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484312" y="1600200"/>
            <a:ext cx="3549121" cy="1371600"/>
          </a:xfrm>
        </p:spPr>
        <p:txBody>
          <a:bodyPr anchor="b">
            <a:normAutofit/>
          </a:bodyPr>
          <a:lstStyle>
            <a:lvl1pPr algn="ctr">
              <a:defRPr sz="2400" b="0"/>
            </a:lvl1pPr>
          </a:lstStyle>
          <a:p>
            <a:r>
              <a:rPr lang="en-US"/>
              <a:t>Click to edit Master title style</a:t>
            </a:r>
            <a:endParaRPr lang="en-US" dirty="0"/>
          </a:p>
        </p:txBody>
      </p:sp>
      <p:sp>
        <p:nvSpPr>
          <p:cNvPr id="3" name="Content Placeholder 2"/>
          <p:cNvSpPr>
            <a:spLocks noGrp="1"/>
          </p:cNvSpPr>
          <p:nvPr>
            <p:ph idx="1"/>
          </p:nvPr>
        </p:nvSpPr>
        <p:spPr>
          <a:xfrm>
            <a:off x="5262033" y="685799"/>
            <a:ext cx="6240990" cy="5105401"/>
          </a:xfrm>
        </p:spPr>
        <p:txBody>
          <a:bodyPr anchor="ctr">
            <a:normAutofit/>
          </a:bodyPr>
          <a:lstStyle>
            <a:lvl1pPr>
              <a:defRPr sz="2000"/>
            </a:lvl1pPr>
            <a:lvl2pPr>
              <a:defRPr sz="1800"/>
            </a:lvl2pPr>
            <a:lvl3pPr>
              <a:defRPr sz="1600"/>
            </a:lvl3pPr>
            <a:lvl4pPr>
              <a:defRPr sz="1400"/>
            </a:lvl4pPr>
            <a:lvl5pPr>
              <a:defRPr sz="1400"/>
            </a:lvl5pPr>
            <a:lvl6pPr>
              <a:defRPr sz="1400"/>
            </a:lvl6pPr>
            <a:lvl7pPr>
              <a:defRPr sz="1400"/>
            </a:lvl7pPr>
            <a:lvl8pPr>
              <a:defRPr sz="1400"/>
            </a:lvl8pPr>
            <a:lvl9pPr>
              <a:defRPr sz="14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1484312" y="2971800"/>
            <a:ext cx="3549121" cy="1828800"/>
          </a:xfrm>
        </p:spPr>
        <p:txBody>
          <a:bodyPr>
            <a:normAutofit/>
          </a:bodyPr>
          <a:lstStyle>
            <a:lvl1pPr marL="0" indent="0" algn="ctr">
              <a:buNone/>
              <a:defRPr sz="16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22F050B6-1C8F-43BF-95CB-D587EF4327CC}" type="datetimeFigureOut">
              <a:rPr lang="en-US" smtClean="0"/>
              <a:t>11/30/2025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6115F986-4F8F-465C-8491-BBC2BD641D6F}" type="slidenum">
              <a:rPr lang="en-US" smtClean="0"/>
              <a:t>‹#›</a:t>
            </a:fld>
            <a:endParaRPr lang="en-US"/>
          </a:p>
        </p:txBody>
      </p:sp>
    </p:spTree>
    <p:extLst>
      <p:ext uri="{BB962C8B-B14F-4D97-AF65-F5344CB8AC3E}">
        <p14:creationId xmlns:p14="http://schemas.microsoft.com/office/powerpoint/2010/main" val="86763261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482724" y="1752599"/>
            <a:ext cx="5426158" cy="1371600"/>
          </a:xfrm>
        </p:spPr>
        <p:txBody>
          <a:bodyPr anchor="b">
            <a:normAutofit/>
          </a:bodyPr>
          <a:lstStyle>
            <a:lvl1pPr algn="ctr">
              <a:defRPr sz="2800" b="0"/>
            </a:lvl1pPr>
          </a:lstStyle>
          <a:p>
            <a:r>
              <a:rPr lang="en-US"/>
              <a:t>Click to edit Master title style</a:t>
            </a:r>
            <a:endParaRPr lang="en-US" dirty="0"/>
          </a:p>
        </p:txBody>
      </p:sp>
      <p:sp>
        <p:nvSpPr>
          <p:cNvPr id="14" name="Picture Placeholder 2"/>
          <p:cNvSpPr>
            <a:spLocks noGrp="1" noChangeAspect="1"/>
          </p:cNvSpPr>
          <p:nvPr>
            <p:ph type="pic" idx="1"/>
          </p:nvPr>
        </p:nvSpPr>
        <p:spPr>
          <a:xfrm>
            <a:off x="7594682" y="914400"/>
            <a:ext cx="3280974" cy="4572000"/>
          </a:xfrm>
          <a:prstGeom prst="roundRect">
            <a:avLst>
              <a:gd name="adj" fmla="val 4280"/>
            </a:avLst>
          </a:prstGeom>
          <a:ln w="38100">
            <a:gradFill flip="none" rotWithShape="1">
              <a:gsLst>
                <a:gs pos="0">
                  <a:schemeClr val="bg2"/>
                </a:gs>
                <a:gs pos="100000">
                  <a:schemeClr val="bg2">
                    <a:lumMod val="75000"/>
                  </a:schemeClr>
                </a:gs>
              </a:gsLst>
              <a:lin ang="5400000" scaled="0"/>
              <a:tileRect/>
            </a:gradFill>
          </a:ln>
          <a:effectLst>
            <a:innerShdw blurRad="57150" dist="38100" dir="14460000">
              <a:srgbClr val="000000">
                <a:alpha val="70000"/>
              </a:srgbClr>
            </a:inn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1482724" y="3124199"/>
            <a:ext cx="5426158" cy="1828800"/>
          </a:xfrm>
        </p:spPr>
        <p:txBody>
          <a:bodyPr>
            <a:normAutofit/>
          </a:bodyPr>
          <a:lstStyle>
            <a:lvl1pPr marL="0" indent="0" algn="ctr">
              <a:buNone/>
              <a:defRPr sz="1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22F050B6-1C8F-43BF-95CB-D587EF4327CC}" type="datetimeFigureOut">
              <a:rPr lang="en-US" smtClean="0"/>
              <a:t>11/30/2025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6115F986-4F8F-465C-8491-BBC2BD641D6F}" type="slidenum">
              <a:rPr lang="en-US" smtClean="0"/>
              <a:t>‹#›</a:t>
            </a:fld>
            <a:endParaRPr lang="en-US"/>
          </a:p>
        </p:txBody>
      </p:sp>
    </p:spTree>
    <p:extLst>
      <p:ext uri="{BB962C8B-B14F-4D97-AF65-F5344CB8AC3E}">
        <p14:creationId xmlns:p14="http://schemas.microsoft.com/office/powerpoint/2010/main" val="235821217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Panoramic 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484311" y="4732865"/>
            <a:ext cx="10018711" cy="566738"/>
          </a:xfrm>
        </p:spPr>
        <p:txBody>
          <a:bodyPr anchor="b">
            <a:normAutofit/>
          </a:bodyPr>
          <a:lstStyle>
            <a:lvl1pPr algn="ctr">
              <a:defRPr sz="24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2386012" y="932112"/>
            <a:ext cx="8225944" cy="3164976"/>
          </a:xfrm>
          <a:prstGeom prst="roundRect">
            <a:avLst>
              <a:gd name="adj" fmla="val 4380"/>
            </a:avLst>
          </a:prstGeom>
          <a:ln w="38100">
            <a:gradFill flip="none" rotWithShape="1">
              <a:gsLst>
                <a:gs pos="0">
                  <a:schemeClr val="bg2"/>
                </a:gs>
                <a:gs pos="100000">
                  <a:schemeClr val="bg2">
                    <a:lumMod val="75000"/>
                  </a:schemeClr>
                </a:gs>
              </a:gsLst>
              <a:lin ang="5400000" scaled="0"/>
              <a:tileRect/>
            </a:gradFill>
          </a:ln>
          <a:effectLst>
            <a:innerShdw blurRad="57150" dist="38100" dir="14460000">
              <a:srgbClr val="000000">
                <a:alpha val="70000"/>
              </a:srgbClr>
            </a:inn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1484311" y="5299603"/>
            <a:ext cx="10018711" cy="493712"/>
          </a:xfrm>
        </p:spPr>
        <p:txBody>
          <a:bodyPr>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22F050B6-1C8F-43BF-95CB-D587EF4327CC}" type="datetimeFigureOut">
              <a:rPr lang="en-US" smtClean="0"/>
              <a:t>11/30/2025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6115F986-4F8F-465C-8491-BBC2BD641D6F}" type="slidenum">
              <a:rPr lang="en-US" smtClean="0"/>
              <a:t>‹#›</a:t>
            </a:fld>
            <a:endParaRPr lang="en-US"/>
          </a:p>
        </p:txBody>
      </p:sp>
    </p:spTree>
    <p:extLst>
      <p:ext uri="{BB962C8B-B14F-4D97-AF65-F5344CB8AC3E}">
        <p14:creationId xmlns:p14="http://schemas.microsoft.com/office/powerpoint/2010/main" val="393787957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1484312" y="685800"/>
            <a:ext cx="10018711" cy="3048000"/>
          </a:xfrm>
        </p:spPr>
        <p:txBody>
          <a:bodyPr anchor="ctr">
            <a:normAutofit/>
          </a:bodyPr>
          <a:lstStyle>
            <a:lvl1pPr algn="ctr">
              <a:defRPr sz="3200" b="0" cap="none"/>
            </a:lvl1pPr>
          </a:lstStyle>
          <a:p>
            <a:r>
              <a:rPr lang="en-US"/>
              <a:t>Click to edit Master title style</a:t>
            </a:r>
            <a:endParaRPr lang="en-US" dirty="0"/>
          </a:p>
        </p:txBody>
      </p:sp>
      <p:sp>
        <p:nvSpPr>
          <p:cNvPr id="3" name="Text Placeholder 2"/>
          <p:cNvSpPr>
            <a:spLocks noGrp="1"/>
          </p:cNvSpPr>
          <p:nvPr>
            <p:ph type="body" idx="1"/>
          </p:nvPr>
        </p:nvSpPr>
        <p:spPr>
          <a:xfrm>
            <a:off x="1484312" y="4343400"/>
            <a:ext cx="10018713" cy="1447800"/>
          </a:xfrm>
        </p:spPr>
        <p:txBody>
          <a:bodyPr anchor="ctr">
            <a:normAutofit/>
          </a:bodyPr>
          <a:lstStyle>
            <a:lvl1pPr marL="0" indent="0" algn="ctr">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22F050B6-1C8F-43BF-95CB-D587EF4327CC}" type="datetimeFigureOut">
              <a:rPr lang="en-US" smtClean="0"/>
              <a:t>11/30/2025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6115F986-4F8F-465C-8491-BBC2BD641D6F}" type="slidenum">
              <a:rPr lang="en-US" smtClean="0"/>
              <a:t>‹#›</a:t>
            </a:fld>
            <a:endParaRPr lang="en-US"/>
          </a:p>
        </p:txBody>
      </p:sp>
    </p:spTree>
    <p:extLst>
      <p:ext uri="{BB962C8B-B14F-4D97-AF65-F5344CB8AC3E}">
        <p14:creationId xmlns:p14="http://schemas.microsoft.com/office/powerpoint/2010/main" val="312457861"/>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14" name="TextBox 13"/>
          <p:cNvSpPr txBox="1"/>
          <p:nvPr/>
        </p:nvSpPr>
        <p:spPr>
          <a:xfrm>
            <a:off x="1598612" y="863023"/>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r>
              <a:rPr lang="en-US" sz="8000" dirty="0">
                <a:solidFill>
                  <a:schemeClr val="tx1"/>
                </a:solidFill>
                <a:effectLst/>
              </a:rPr>
              <a:t>“</a:t>
            </a:r>
          </a:p>
        </p:txBody>
      </p:sp>
      <p:sp>
        <p:nvSpPr>
          <p:cNvPr id="15" name="TextBox 14"/>
          <p:cNvSpPr txBox="1"/>
          <p:nvPr/>
        </p:nvSpPr>
        <p:spPr>
          <a:xfrm>
            <a:off x="10893425" y="2819399"/>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lgn="r"/>
            <a:r>
              <a:rPr lang="en-US" sz="8000" dirty="0">
                <a:solidFill>
                  <a:schemeClr val="tx1"/>
                </a:solidFill>
                <a:effectLst/>
              </a:rPr>
              <a:t>”</a:t>
            </a:r>
          </a:p>
        </p:txBody>
      </p:sp>
      <p:sp>
        <p:nvSpPr>
          <p:cNvPr id="2" name="Title 1"/>
          <p:cNvSpPr>
            <a:spLocks noGrp="1"/>
          </p:cNvSpPr>
          <p:nvPr>
            <p:ph type="title"/>
          </p:nvPr>
        </p:nvSpPr>
        <p:spPr>
          <a:xfrm>
            <a:off x="2208212" y="685800"/>
            <a:ext cx="8990012" cy="2743199"/>
          </a:xfrm>
        </p:spPr>
        <p:txBody>
          <a:bodyPr anchor="ctr">
            <a:normAutofit/>
          </a:bodyPr>
          <a:lstStyle>
            <a:lvl1pPr algn="ctr">
              <a:defRPr sz="3200" b="0" cap="none">
                <a:solidFill>
                  <a:schemeClr val="tx1"/>
                </a:solidFill>
              </a:defRPr>
            </a:lvl1pPr>
          </a:lstStyle>
          <a:p>
            <a:r>
              <a:rPr lang="en-US"/>
              <a:t>Click to edit Master title style</a:t>
            </a:r>
            <a:endParaRPr lang="en-US" dirty="0"/>
          </a:p>
        </p:txBody>
      </p:sp>
      <p:sp>
        <p:nvSpPr>
          <p:cNvPr id="10" name="Text Placeholder 9"/>
          <p:cNvSpPr>
            <a:spLocks noGrp="1"/>
          </p:cNvSpPr>
          <p:nvPr>
            <p:ph type="body" sz="quarter" idx="13"/>
          </p:nvPr>
        </p:nvSpPr>
        <p:spPr>
          <a:xfrm>
            <a:off x="2436811" y="3428999"/>
            <a:ext cx="8532815" cy="381000"/>
          </a:xfrm>
        </p:spPr>
        <p:txBody>
          <a:bodyPr anchor="ctr">
            <a:normAutofit/>
          </a:bodyPr>
          <a:lstStyle>
            <a:lvl1pPr marL="0" indent="0">
              <a:buFontTx/>
              <a:buNone/>
              <a:defRPr sz="1800"/>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1484311" y="4343400"/>
            <a:ext cx="10018711" cy="1447800"/>
          </a:xfrm>
        </p:spPr>
        <p:txBody>
          <a:bodyPr anchor="ctr">
            <a:normAutofit/>
          </a:bodyPr>
          <a:lstStyle>
            <a:lvl1pPr marL="0" indent="0" algn="ctr">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22F050B6-1C8F-43BF-95CB-D587EF4327CC}" type="datetimeFigureOut">
              <a:rPr lang="en-US" smtClean="0"/>
              <a:t>11/30/2025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6115F986-4F8F-465C-8491-BBC2BD641D6F}" type="slidenum">
              <a:rPr lang="en-US" smtClean="0"/>
              <a:t>‹#›</a:t>
            </a:fld>
            <a:endParaRPr lang="en-US"/>
          </a:p>
        </p:txBody>
      </p:sp>
    </p:spTree>
    <p:extLst>
      <p:ext uri="{BB962C8B-B14F-4D97-AF65-F5344CB8AC3E}">
        <p14:creationId xmlns:p14="http://schemas.microsoft.com/office/powerpoint/2010/main" val="3366418856"/>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1484313" y="3308581"/>
            <a:ext cx="10018709" cy="1468800"/>
          </a:xfrm>
        </p:spPr>
        <p:txBody>
          <a:bodyPr anchor="b">
            <a:normAutofit/>
          </a:bodyPr>
          <a:lstStyle>
            <a:lvl1pPr algn="r">
              <a:defRPr sz="3200" b="0" cap="none"/>
            </a:lvl1pPr>
          </a:lstStyle>
          <a:p>
            <a:r>
              <a:rPr lang="en-US"/>
              <a:t>Click to edit Master title style</a:t>
            </a:r>
            <a:endParaRPr lang="en-US" dirty="0"/>
          </a:p>
        </p:txBody>
      </p:sp>
      <p:sp>
        <p:nvSpPr>
          <p:cNvPr id="3" name="Text Placeholder 2"/>
          <p:cNvSpPr>
            <a:spLocks noGrp="1"/>
          </p:cNvSpPr>
          <p:nvPr>
            <p:ph type="body" idx="1"/>
          </p:nvPr>
        </p:nvSpPr>
        <p:spPr>
          <a:xfrm>
            <a:off x="1484312" y="4777381"/>
            <a:ext cx="10018710" cy="860400"/>
          </a:xfrm>
        </p:spPr>
        <p:txBody>
          <a:bodyPr anchor="t">
            <a:normAutofit/>
          </a:bodyPr>
          <a:lstStyle>
            <a:lvl1pPr marL="0" indent="0" algn="r">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22F050B6-1C8F-43BF-95CB-D587EF4327CC}" type="datetimeFigureOut">
              <a:rPr lang="en-US" smtClean="0"/>
              <a:t>11/30/2025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6115F986-4F8F-465C-8491-BBC2BD641D6F}" type="slidenum">
              <a:rPr lang="en-US" smtClean="0"/>
              <a:t>‹#›</a:t>
            </a:fld>
            <a:endParaRPr lang="en-US"/>
          </a:p>
        </p:txBody>
      </p:sp>
    </p:spTree>
    <p:extLst>
      <p:ext uri="{BB962C8B-B14F-4D97-AF65-F5344CB8AC3E}">
        <p14:creationId xmlns:p14="http://schemas.microsoft.com/office/powerpoint/2010/main" val="4258946267"/>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Quote Name Card">
    <p:spTree>
      <p:nvGrpSpPr>
        <p:cNvPr id="1" name=""/>
        <p:cNvGrpSpPr/>
        <p:nvPr/>
      </p:nvGrpSpPr>
      <p:grpSpPr>
        <a:xfrm>
          <a:off x="0" y="0"/>
          <a:ext cx="0" cy="0"/>
          <a:chOff x="0" y="0"/>
          <a:chExt cx="0" cy="0"/>
        </a:xfrm>
      </p:grpSpPr>
      <p:sp>
        <p:nvSpPr>
          <p:cNvPr id="14" name="TextBox 13"/>
          <p:cNvSpPr txBox="1"/>
          <p:nvPr/>
        </p:nvSpPr>
        <p:spPr>
          <a:xfrm>
            <a:off x="1598612" y="863023"/>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r>
              <a:rPr lang="en-US" sz="8000" dirty="0">
                <a:solidFill>
                  <a:schemeClr val="tx1"/>
                </a:solidFill>
                <a:effectLst/>
              </a:rPr>
              <a:t>“</a:t>
            </a:r>
          </a:p>
        </p:txBody>
      </p:sp>
      <p:sp>
        <p:nvSpPr>
          <p:cNvPr id="15" name="TextBox 14"/>
          <p:cNvSpPr txBox="1"/>
          <p:nvPr/>
        </p:nvSpPr>
        <p:spPr>
          <a:xfrm>
            <a:off x="10893425" y="2819399"/>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lgn="r"/>
            <a:r>
              <a:rPr lang="en-US" sz="8000" dirty="0">
                <a:solidFill>
                  <a:schemeClr val="tx1"/>
                </a:solidFill>
                <a:effectLst/>
              </a:rPr>
              <a:t>”</a:t>
            </a:r>
          </a:p>
        </p:txBody>
      </p:sp>
      <p:sp>
        <p:nvSpPr>
          <p:cNvPr id="2" name="Title 1"/>
          <p:cNvSpPr>
            <a:spLocks noGrp="1"/>
          </p:cNvSpPr>
          <p:nvPr>
            <p:ph type="title"/>
          </p:nvPr>
        </p:nvSpPr>
        <p:spPr>
          <a:xfrm>
            <a:off x="2208212" y="685800"/>
            <a:ext cx="8990012" cy="2743199"/>
          </a:xfrm>
        </p:spPr>
        <p:txBody>
          <a:bodyPr anchor="ctr">
            <a:normAutofit/>
          </a:bodyPr>
          <a:lstStyle>
            <a:lvl1pPr algn="ctr">
              <a:defRPr sz="3200" b="0" cap="none">
                <a:solidFill>
                  <a:schemeClr val="tx1"/>
                </a:solidFill>
              </a:defRPr>
            </a:lvl1pPr>
          </a:lstStyle>
          <a:p>
            <a:r>
              <a:rPr lang="en-US"/>
              <a:t>Click to edit Master title style</a:t>
            </a:r>
            <a:endParaRPr lang="en-US" dirty="0"/>
          </a:p>
        </p:txBody>
      </p:sp>
      <p:sp>
        <p:nvSpPr>
          <p:cNvPr id="10" name="Text Placeholder 9"/>
          <p:cNvSpPr>
            <a:spLocks noGrp="1"/>
          </p:cNvSpPr>
          <p:nvPr>
            <p:ph type="body" sz="quarter" idx="13"/>
          </p:nvPr>
        </p:nvSpPr>
        <p:spPr>
          <a:xfrm>
            <a:off x="1484313" y="3886200"/>
            <a:ext cx="10018710" cy="889000"/>
          </a:xfrm>
        </p:spPr>
        <p:txBody>
          <a:bodyPr vert="horz" lIns="91440" tIns="45720" rIns="91440" bIns="45720" rtlCol="0" anchor="b">
            <a:normAutofit/>
          </a:bodyPr>
          <a:lstStyle>
            <a:lvl1pPr algn="r">
              <a:buNone/>
              <a:defRPr lang="en-US" sz="2400" b="0" cap="none" dirty="0">
                <a:ln w="3175" cmpd="sng">
                  <a:noFill/>
                </a:ln>
                <a:solidFill>
                  <a:schemeClr val="tx1"/>
                </a:solidFill>
                <a:effectLst/>
              </a:defRPr>
            </a:lvl1pPr>
          </a:lstStyle>
          <a:p>
            <a:pPr marL="0" lvl="0">
              <a:spcBef>
                <a:spcPct val="0"/>
              </a:spcBef>
              <a:buNone/>
            </a:pPr>
            <a:r>
              <a:rPr lang="en-US"/>
              <a:t>Click to edit Master text styles</a:t>
            </a:r>
          </a:p>
        </p:txBody>
      </p:sp>
      <p:sp>
        <p:nvSpPr>
          <p:cNvPr id="3" name="Text Placeholder 2"/>
          <p:cNvSpPr>
            <a:spLocks noGrp="1"/>
          </p:cNvSpPr>
          <p:nvPr>
            <p:ph type="body" idx="1"/>
          </p:nvPr>
        </p:nvSpPr>
        <p:spPr>
          <a:xfrm>
            <a:off x="1484312" y="4775200"/>
            <a:ext cx="10018710" cy="1016000"/>
          </a:xfrm>
        </p:spPr>
        <p:txBody>
          <a:bodyPr anchor="t">
            <a:normAutofit/>
          </a:bodyPr>
          <a:lstStyle>
            <a:lvl1pPr marL="0" indent="0" algn="r">
              <a:buNone/>
              <a:defRPr sz="18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22F050B6-1C8F-43BF-95CB-D587EF4327CC}" type="datetimeFigureOut">
              <a:rPr lang="en-US" smtClean="0"/>
              <a:t>11/30/2025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6115F986-4F8F-465C-8491-BBC2BD641D6F}" type="slidenum">
              <a:rPr lang="en-US" smtClean="0"/>
              <a:t>‹#›</a:t>
            </a:fld>
            <a:endParaRPr lang="en-US"/>
          </a:p>
        </p:txBody>
      </p:sp>
    </p:spTree>
    <p:extLst>
      <p:ext uri="{BB962C8B-B14F-4D97-AF65-F5344CB8AC3E}">
        <p14:creationId xmlns:p14="http://schemas.microsoft.com/office/powerpoint/2010/main" val="4170968001"/>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True or False">
    <p:spTree>
      <p:nvGrpSpPr>
        <p:cNvPr id="1" name=""/>
        <p:cNvGrpSpPr/>
        <p:nvPr/>
      </p:nvGrpSpPr>
      <p:grpSpPr>
        <a:xfrm>
          <a:off x="0" y="0"/>
          <a:ext cx="0" cy="0"/>
          <a:chOff x="0" y="0"/>
          <a:chExt cx="0" cy="0"/>
        </a:xfrm>
      </p:grpSpPr>
      <p:sp>
        <p:nvSpPr>
          <p:cNvPr id="2" name="Title 1"/>
          <p:cNvSpPr>
            <a:spLocks noGrp="1"/>
          </p:cNvSpPr>
          <p:nvPr>
            <p:ph type="title"/>
          </p:nvPr>
        </p:nvSpPr>
        <p:spPr>
          <a:xfrm>
            <a:off x="1484313" y="685800"/>
            <a:ext cx="10018712" cy="2727325"/>
          </a:xfrm>
        </p:spPr>
        <p:txBody>
          <a:bodyPr vert="horz" lIns="91440" tIns="45720" rIns="91440" bIns="45720" rtlCol="0" anchor="ctr">
            <a:normAutofit/>
          </a:bodyPr>
          <a:lstStyle>
            <a:lvl1pPr>
              <a:defRPr lang="en-US" b="0" dirty="0"/>
            </a:lvl1pPr>
          </a:lstStyle>
          <a:p>
            <a:pPr marL="0" lvl="0"/>
            <a:r>
              <a:rPr lang="en-US"/>
              <a:t>Click to edit Master title style</a:t>
            </a:r>
            <a:endParaRPr lang="en-US" dirty="0"/>
          </a:p>
        </p:txBody>
      </p:sp>
      <p:sp>
        <p:nvSpPr>
          <p:cNvPr id="10" name="Text Placeholder 9"/>
          <p:cNvSpPr>
            <a:spLocks noGrp="1"/>
          </p:cNvSpPr>
          <p:nvPr>
            <p:ph type="body" sz="quarter" idx="13"/>
          </p:nvPr>
        </p:nvSpPr>
        <p:spPr>
          <a:xfrm>
            <a:off x="1484312" y="3505200"/>
            <a:ext cx="10018713" cy="838200"/>
          </a:xfrm>
        </p:spPr>
        <p:txBody>
          <a:bodyPr vert="horz" lIns="91440" tIns="45720" rIns="91440" bIns="45720" rtlCol="0" anchor="b">
            <a:normAutofit/>
          </a:bodyPr>
          <a:lstStyle>
            <a:lvl1pPr>
              <a:buNone/>
              <a:defRPr lang="en-US" sz="2800" b="0" cap="none" dirty="0">
                <a:ln w="3175" cmpd="sng">
                  <a:noFill/>
                </a:ln>
                <a:solidFill>
                  <a:schemeClr val="tx1"/>
                </a:solidFill>
                <a:effectLst/>
              </a:defRPr>
            </a:lvl1pPr>
          </a:lstStyle>
          <a:p>
            <a:pPr marL="0" lvl="0">
              <a:spcBef>
                <a:spcPct val="0"/>
              </a:spcBef>
              <a:buNone/>
            </a:pPr>
            <a:r>
              <a:rPr lang="en-US"/>
              <a:t>Click to edit Master text styles</a:t>
            </a:r>
          </a:p>
        </p:txBody>
      </p:sp>
      <p:sp>
        <p:nvSpPr>
          <p:cNvPr id="3" name="Text Placeholder 2"/>
          <p:cNvSpPr>
            <a:spLocks noGrp="1"/>
          </p:cNvSpPr>
          <p:nvPr>
            <p:ph type="body" idx="1"/>
          </p:nvPr>
        </p:nvSpPr>
        <p:spPr>
          <a:xfrm>
            <a:off x="1484311" y="4343400"/>
            <a:ext cx="10018713" cy="1447800"/>
          </a:xfrm>
        </p:spPr>
        <p:txBody>
          <a:bodyPr anchor="t">
            <a:normAutofit/>
          </a:bodyPr>
          <a:lstStyle>
            <a:lvl1pPr marL="0" indent="0" algn="l">
              <a:buNone/>
              <a:defRPr sz="18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22F050B6-1C8F-43BF-95CB-D587EF4327CC}" type="datetimeFigureOut">
              <a:rPr lang="en-US" smtClean="0"/>
              <a:t>11/30/2025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6115F986-4F8F-465C-8491-BBC2BD641D6F}" type="slidenum">
              <a:rPr lang="en-US" smtClean="0"/>
              <a:t>‹#›</a:t>
            </a:fld>
            <a:endParaRPr lang="en-US"/>
          </a:p>
        </p:txBody>
      </p:sp>
    </p:spTree>
    <p:extLst>
      <p:ext uri="{BB962C8B-B14F-4D97-AF65-F5344CB8AC3E}">
        <p14:creationId xmlns:p14="http://schemas.microsoft.com/office/powerpoint/2010/main" val="2361034885"/>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lgn="ctr">
              <a:defRPr/>
            </a:lvl1p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22F050B6-1C8F-43BF-95CB-D587EF4327CC}" type="datetimeFigureOut">
              <a:rPr lang="en-US" smtClean="0"/>
              <a:t>11/30/2025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6115F986-4F8F-465C-8491-BBC2BD641D6F}" type="slidenum">
              <a:rPr lang="en-US" smtClean="0"/>
              <a:t>‹#›</a:t>
            </a:fld>
            <a:endParaRPr lang="en-US"/>
          </a:p>
        </p:txBody>
      </p:sp>
    </p:spTree>
    <p:extLst>
      <p:ext uri="{BB962C8B-B14F-4D97-AF65-F5344CB8AC3E}">
        <p14:creationId xmlns:p14="http://schemas.microsoft.com/office/powerpoint/2010/main" val="2412044984"/>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9732655" y="685800"/>
            <a:ext cx="1770369" cy="5105400"/>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1484312" y="685800"/>
            <a:ext cx="8019742" cy="5105400"/>
          </a:xfrm>
        </p:spPr>
        <p:txBody>
          <a:bodyPr vert="eaVert"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22F050B6-1C8F-43BF-95CB-D587EF4327CC}" type="datetimeFigureOut">
              <a:rPr lang="en-US" smtClean="0"/>
              <a:t>11/30/2025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6115F986-4F8F-465C-8491-BBC2BD641D6F}" type="slidenum">
              <a:rPr lang="en-US" smtClean="0"/>
              <a:t>‹#›</a:t>
            </a:fld>
            <a:endParaRPr lang="en-US"/>
          </a:p>
        </p:txBody>
      </p:sp>
    </p:spTree>
    <p:extLst>
      <p:ext uri="{BB962C8B-B14F-4D97-AF65-F5344CB8AC3E}">
        <p14:creationId xmlns:p14="http://schemas.microsoft.com/office/powerpoint/2010/main" val="106339637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grpSp>
        <p:nvGrpSpPr>
          <p:cNvPr id="7" name="Group 6"/>
          <p:cNvGrpSpPr/>
          <p:nvPr/>
        </p:nvGrpSpPr>
        <p:grpSpPr>
          <a:xfrm>
            <a:off x="150812" y="0"/>
            <a:ext cx="2436813" cy="6858001"/>
            <a:chOff x="1320800" y="0"/>
            <a:chExt cx="2436813" cy="6858001"/>
          </a:xfrm>
        </p:grpSpPr>
        <p:sp>
          <p:nvSpPr>
            <p:cNvPr id="8" name="Freeform 6"/>
            <p:cNvSpPr/>
            <p:nvPr/>
          </p:nvSpPr>
          <p:spPr bwMode="auto">
            <a:xfrm>
              <a:off x="1627188" y="0"/>
              <a:ext cx="1122363" cy="5329238"/>
            </a:xfrm>
            <a:custGeom>
              <a:avLst/>
              <a:gdLst/>
              <a:ahLst/>
              <a:cxnLst/>
              <a:rect l="0" t="0" r="r" b="b"/>
              <a:pathLst>
                <a:path w="707" h="3357">
                  <a:moveTo>
                    <a:pt x="0" y="3330"/>
                  </a:moveTo>
                  <a:lnTo>
                    <a:pt x="156" y="3357"/>
                  </a:lnTo>
                  <a:lnTo>
                    <a:pt x="707" y="0"/>
                  </a:lnTo>
                  <a:lnTo>
                    <a:pt x="547" y="0"/>
                  </a:lnTo>
                  <a:lnTo>
                    <a:pt x="0" y="3330"/>
                  </a:lnTo>
                  <a:close/>
                </a:path>
              </a:pathLst>
            </a:custGeom>
            <a:solidFill>
              <a:schemeClr val="accent1"/>
            </a:solidFill>
            <a:ln>
              <a:noFill/>
            </a:ln>
          </p:spPr>
        </p:sp>
        <p:sp>
          <p:nvSpPr>
            <p:cNvPr id="9" name="Freeform 7"/>
            <p:cNvSpPr/>
            <p:nvPr/>
          </p:nvSpPr>
          <p:spPr bwMode="auto">
            <a:xfrm>
              <a:off x="1320800" y="0"/>
              <a:ext cx="1117600" cy="5276850"/>
            </a:xfrm>
            <a:custGeom>
              <a:avLst/>
              <a:gdLst/>
              <a:ahLst/>
              <a:cxnLst/>
              <a:rect l="0" t="0" r="r" b="b"/>
              <a:pathLst>
                <a:path w="704" h="3324">
                  <a:moveTo>
                    <a:pt x="704" y="0"/>
                  </a:moveTo>
                  <a:lnTo>
                    <a:pt x="545" y="0"/>
                  </a:lnTo>
                  <a:lnTo>
                    <a:pt x="0" y="3300"/>
                  </a:lnTo>
                  <a:lnTo>
                    <a:pt x="157" y="3324"/>
                  </a:lnTo>
                  <a:lnTo>
                    <a:pt x="704" y="0"/>
                  </a:lnTo>
                  <a:close/>
                </a:path>
              </a:pathLst>
            </a:custGeom>
            <a:solidFill>
              <a:schemeClr val="tx1">
                <a:lumMod val="65000"/>
                <a:lumOff val="35000"/>
              </a:schemeClr>
            </a:solidFill>
            <a:ln>
              <a:noFill/>
            </a:ln>
          </p:spPr>
        </p:sp>
        <p:sp>
          <p:nvSpPr>
            <p:cNvPr id="10" name="Freeform 8"/>
            <p:cNvSpPr/>
            <p:nvPr/>
          </p:nvSpPr>
          <p:spPr bwMode="auto">
            <a:xfrm>
              <a:off x="1320800" y="5238750"/>
              <a:ext cx="1228725" cy="1619250"/>
            </a:xfrm>
            <a:custGeom>
              <a:avLst/>
              <a:gdLst/>
              <a:ahLst/>
              <a:cxnLst/>
              <a:rect l="0" t="0" r="r" b="b"/>
              <a:pathLst>
                <a:path w="774" h="1020">
                  <a:moveTo>
                    <a:pt x="0" y="0"/>
                  </a:moveTo>
                  <a:lnTo>
                    <a:pt x="740" y="1020"/>
                  </a:lnTo>
                  <a:lnTo>
                    <a:pt x="774" y="1020"/>
                  </a:lnTo>
                  <a:lnTo>
                    <a:pt x="0" y="0"/>
                  </a:lnTo>
                  <a:close/>
                </a:path>
              </a:pathLst>
            </a:custGeom>
            <a:solidFill>
              <a:schemeClr val="tx1">
                <a:lumMod val="85000"/>
                <a:lumOff val="15000"/>
              </a:schemeClr>
            </a:solidFill>
            <a:ln>
              <a:noFill/>
            </a:ln>
          </p:spPr>
        </p:sp>
        <p:sp>
          <p:nvSpPr>
            <p:cNvPr id="11" name="Freeform 9"/>
            <p:cNvSpPr/>
            <p:nvPr/>
          </p:nvSpPr>
          <p:spPr bwMode="auto">
            <a:xfrm>
              <a:off x="1627188" y="5291138"/>
              <a:ext cx="1495425" cy="1566863"/>
            </a:xfrm>
            <a:custGeom>
              <a:avLst/>
              <a:gdLst/>
              <a:ahLst/>
              <a:cxnLst/>
              <a:rect l="0" t="0" r="r" b="b"/>
              <a:pathLst>
                <a:path w="942" h="987">
                  <a:moveTo>
                    <a:pt x="0" y="0"/>
                  </a:moveTo>
                  <a:lnTo>
                    <a:pt x="909" y="987"/>
                  </a:lnTo>
                  <a:lnTo>
                    <a:pt x="942" y="987"/>
                  </a:lnTo>
                  <a:lnTo>
                    <a:pt x="0" y="0"/>
                  </a:lnTo>
                  <a:close/>
                </a:path>
              </a:pathLst>
            </a:custGeom>
            <a:solidFill>
              <a:schemeClr val="accent1">
                <a:lumMod val="50000"/>
              </a:schemeClr>
            </a:solidFill>
            <a:ln>
              <a:noFill/>
            </a:ln>
          </p:spPr>
        </p:sp>
        <p:sp>
          <p:nvSpPr>
            <p:cNvPr id="12" name="Freeform 10"/>
            <p:cNvSpPr/>
            <p:nvPr/>
          </p:nvSpPr>
          <p:spPr bwMode="auto">
            <a:xfrm>
              <a:off x="1627188" y="5286375"/>
              <a:ext cx="2130425" cy="1571625"/>
            </a:xfrm>
            <a:custGeom>
              <a:avLst/>
              <a:gdLst/>
              <a:ahLst/>
              <a:cxnLst/>
              <a:rect l="0" t="0" r="r" b="b"/>
              <a:pathLst>
                <a:path w="1342" h="990">
                  <a:moveTo>
                    <a:pt x="0" y="3"/>
                  </a:moveTo>
                  <a:lnTo>
                    <a:pt x="942" y="990"/>
                  </a:lnTo>
                  <a:lnTo>
                    <a:pt x="1342" y="990"/>
                  </a:lnTo>
                  <a:lnTo>
                    <a:pt x="156" y="27"/>
                  </a:lnTo>
                  <a:lnTo>
                    <a:pt x="0" y="0"/>
                  </a:lnTo>
                  <a:lnTo>
                    <a:pt x="0" y="3"/>
                  </a:lnTo>
                  <a:close/>
                </a:path>
              </a:pathLst>
            </a:custGeom>
            <a:solidFill>
              <a:schemeClr val="accent1">
                <a:lumMod val="75000"/>
              </a:schemeClr>
            </a:solidFill>
            <a:ln>
              <a:noFill/>
            </a:ln>
          </p:spPr>
        </p:sp>
        <p:sp>
          <p:nvSpPr>
            <p:cNvPr id="13" name="Freeform 11"/>
            <p:cNvSpPr/>
            <p:nvPr/>
          </p:nvSpPr>
          <p:spPr bwMode="auto">
            <a:xfrm>
              <a:off x="1320800" y="5238750"/>
              <a:ext cx="1695450" cy="1619250"/>
            </a:xfrm>
            <a:custGeom>
              <a:avLst/>
              <a:gdLst/>
              <a:ahLst/>
              <a:cxnLst/>
              <a:rect l="0" t="0" r="r" b="b"/>
              <a:pathLst>
                <a:path w="1068" h="1020">
                  <a:moveTo>
                    <a:pt x="1068" y="1020"/>
                  </a:moveTo>
                  <a:lnTo>
                    <a:pt x="184" y="60"/>
                  </a:lnTo>
                  <a:lnTo>
                    <a:pt x="154" y="27"/>
                  </a:lnTo>
                  <a:lnTo>
                    <a:pt x="157" y="27"/>
                  </a:lnTo>
                  <a:lnTo>
                    <a:pt x="157" y="24"/>
                  </a:lnTo>
                  <a:lnTo>
                    <a:pt x="154" y="24"/>
                  </a:lnTo>
                  <a:lnTo>
                    <a:pt x="0" y="0"/>
                  </a:lnTo>
                  <a:lnTo>
                    <a:pt x="0" y="0"/>
                  </a:lnTo>
                  <a:lnTo>
                    <a:pt x="774" y="1020"/>
                  </a:lnTo>
                  <a:lnTo>
                    <a:pt x="1068" y="1020"/>
                  </a:lnTo>
                  <a:close/>
                </a:path>
              </a:pathLst>
            </a:custGeom>
            <a:solidFill>
              <a:schemeClr val="tx1">
                <a:lumMod val="75000"/>
                <a:lumOff val="25000"/>
              </a:schemeClr>
            </a:solidFill>
            <a:ln>
              <a:noFill/>
            </a:ln>
          </p:spPr>
        </p:sp>
      </p:grpSp>
      <p:sp>
        <p:nvSpPr>
          <p:cNvPr id="2" name="Title Placeholder 1"/>
          <p:cNvSpPr>
            <a:spLocks noGrp="1"/>
          </p:cNvSpPr>
          <p:nvPr>
            <p:ph type="title"/>
          </p:nvPr>
        </p:nvSpPr>
        <p:spPr>
          <a:xfrm>
            <a:off x="1484311" y="685800"/>
            <a:ext cx="10018713" cy="1752599"/>
          </a:xfrm>
          <a:prstGeom prst="rect">
            <a:avLst/>
          </a:prstGeom>
          <a:effectLst/>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1484310" y="2666999"/>
            <a:ext cx="10018713" cy="3124201"/>
          </a:xfrm>
          <a:prstGeom prst="rect">
            <a:avLst/>
          </a:prstGeom>
        </p:spPr>
        <p:txBody>
          <a:bodyPr vert="horz" lIns="91440" tIns="45720" rIns="91440" bIns="45720" rtlCol="0" anchor="ct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9732656" y="5883275"/>
            <a:ext cx="1143000" cy="365125"/>
          </a:xfrm>
          <a:prstGeom prst="rect">
            <a:avLst/>
          </a:prstGeom>
        </p:spPr>
        <p:txBody>
          <a:bodyPr vert="horz" lIns="91440" tIns="45720" rIns="91440" bIns="45720" rtlCol="0" anchor="ctr"/>
          <a:lstStyle>
            <a:lvl1pPr algn="r">
              <a:defRPr sz="1000" b="0" i="0">
                <a:solidFill>
                  <a:schemeClr val="tx1"/>
                </a:solidFill>
                <a:effectLst/>
                <a:latin typeface="+mn-lt"/>
              </a:defRPr>
            </a:lvl1pPr>
          </a:lstStyle>
          <a:p>
            <a:fld id="{22F050B6-1C8F-43BF-95CB-D587EF4327CC}" type="datetimeFigureOut">
              <a:rPr lang="en-US" smtClean="0"/>
              <a:t>11/30/2025</a:t>
            </a:fld>
            <a:endParaRPr lang="en-US"/>
          </a:p>
        </p:txBody>
      </p:sp>
      <p:sp>
        <p:nvSpPr>
          <p:cNvPr id="5" name="Footer Placeholder 4"/>
          <p:cNvSpPr>
            <a:spLocks noGrp="1"/>
          </p:cNvSpPr>
          <p:nvPr>
            <p:ph type="ftr" sz="quarter" idx="3"/>
          </p:nvPr>
        </p:nvSpPr>
        <p:spPr>
          <a:xfrm>
            <a:off x="2572279" y="5883275"/>
            <a:ext cx="7084177" cy="365125"/>
          </a:xfrm>
          <a:prstGeom prst="rect">
            <a:avLst/>
          </a:prstGeom>
        </p:spPr>
        <p:txBody>
          <a:bodyPr vert="horz" lIns="91440" tIns="45720" rIns="91440" bIns="45720" rtlCol="0" anchor="ctr"/>
          <a:lstStyle>
            <a:lvl1pPr algn="l">
              <a:defRPr sz="1000" b="0" i="0">
                <a:solidFill>
                  <a:schemeClr val="tx1"/>
                </a:solidFill>
                <a:effectLst/>
                <a:latin typeface="+mn-lt"/>
              </a:defRPr>
            </a:lvl1pPr>
          </a:lstStyle>
          <a:p>
            <a:endParaRPr lang="en-US"/>
          </a:p>
        </p:txBody>
      </p:sp>
      <p:sp>
        <p:nvSpPr>
          <p:cNvPr id="6" name="Slide Number Placeholder 5"/>
          <p:cNvSpPr>
            <a:spLocks noGrp="1"/>
          </p:cNvSpPr>
          <p:nvPr>
            <p:ph type="sldNum" sz="quarter" idx="4"/>
          </p:nvPr>
        </p:nvSpPr>
        <p:spPr>
          <a:xfrm>
            <a:off x="10951856" y="5883275"/>
            <a:ext cx="551167" cy="365125"/>
          </a:xfrm>
          <a:prstGeom prst="rect">
            <a:avLst/>
          </a:prstGeom>
        </p:spPr>
        <p:txBody>
          <a:bodyPr vert="horz" lIns="91440" tIns="45720" rIns="91440" bIns="45720" rtlCol="0" anchor="ctr"/>
          <a:lstStyle>
            <a:lvl1pPr algn="r">
              <a:defRPr sz="1000" b="0" i="0">
                <a:solidFill>
                  <a:schemeClr val="tx1"/>
                </a:solidFill>
                <a:effectLst/>
                <a:latin typeface="+mn-lt"/>
              </a:defRPr>
            </a:lvl1pPr>
          </a:lstStyle>
          <a:p>
            <a:fld id="{6115F986-4F8F-465C-8491-BBC2BD641D6F}" type="slidenum">
              <a:rPr lang="en-US" smtClean="0"/>
              <a:t>‹#›</a:t>
            </a:fld>
            <a:endParaRPr lang="en-US"/>
          </a:p>
        </p:txBody>
      </p:sp>
    </p:spTree>
    <p:extLst>
      <p:ext uri="{BB962C8B-B14F-4D97-AF65-F5344CB8AC3E}">
        <p14:creationId xmlns:p14="http://schemas.microsoft.com/office/powerpoint/2010/main" val="73342139"/>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 id="2147483673" r:id="rId13"/>
    <p:sldLayoutId id="2147483674" r:id="rId14"/>
    <p:sldLayoutId id="2147483675" r:id="rId15"/>
    <p:sldLayoutId id="2147483676" r:id="rId16"/>
    <p:sldLayoutId id="2147483677" r:id="rId17"/>
  </p:sldLayoutIdLst>
  <p:txStyles>
    <p:titleStyle>
      <a:lvl1pPr algn="ctr" defTabSz="457200" rtl="0" eaLnBrk="1" latinLnBrk="0" hangingPunct="1">
        <a:spcBef>
          <a:spcPct val="0"/>
        </a:spcBef>
        <a:buNone/>
        <a:defRPr sz="4000" kern="1200" cap="none">
          <a:ln w="3175" cmpd="sng">
            <a:noFill/>
          </a:ln>
          <a:solidFill>
            <a:schemeClr val="tx1"/>
          </a:solidFill>
          <a:effectLst/>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285750" indent="-285750" algn="l" defTabSz="457200" rtl="0" eaLnBrk="1" latinLnBrk="0" hangingPunct="1">
        <a:spcBef>
          <a:spcPct val="20000"/>
        </a:spcBef>
        <a:spcAft>
          <a:spcPts val="600"/>
        </a:spcAft>
        <a:buClr>
          <a:schemeClr val="accent1">
            <a:lumMod val="75000"/>
          </a:schemeClr>
        </a:buClr>
        <a:buSzPct val="145000"/>
        <a:buFont typeface="Arial"/>
        <a:buChar char="•"/>
        <a:defRPr sz="2400" kern="1200" cap="none">
          <a:solidFill>
            <a:schemeClr val="tx1"/>
          </a:solidFill>
          <a:effectLst/>
          <a:latin typeface="+mn-lt"/>
          <a:ea typeface="+mn-ea"/>
          <a:cs typeface="+mn-cs"/>
        </a:defRPr>
      </a:lvl1pPr>
      <a:lvl2pPr marL="742950" indent="-285750" algn="l" defTabSz="457200" rtl="0" eaLnBrk="1" latinLnBrk="0" hangingPunct="1">
        <a:spcBef>
          <a:spcPct val="20000"/>
        </a:spcBef>
        <a:spcAft>
          <a:spcPts val="600"/>
        </a:spcAft>
        <a:buClr>
          <a:schemeClr val="accent1">
            <a:lumMod val="75000"/>
          </a:schemeClr>
        </a:buClr>
        <a:buSzPct val="145000"/>
        <a:buFont typeface="Arial"/>
        <a:buChar char="•"/>
        <a:defRPr sz="2000" kern="1200" cap="none">
          <a:solidFill>
            <a:schemeClr val="tx1"/>
          </a:solidFill>
          <a:effectLst/>
          <a:latin typeface="+mn-lt"/>
          <a:ea typeface="+mn-ea"/>
          <a:cs typeface="+mn-cs"/>
        </a:defRPr>
      </a:lvl2pPr>
      <a:lvl3pPr marL="1200150" indent="-285750" algn="l" defTabSz="457200" rtl="0" eaLnBrk="1" latinLnBrk="0" hangingPunct="1">
        <a:spcBef>
          <a:spcPct val="20000"/>
        </a:spcBef>
        <a:spcAft>
          <a:spcPts val="600"/>
        </a:spcAft>
        <a:buClr>
          <a:schemeClr val="accent1">
            <a:lumMod val="75000"/>
          </a:schemeClr>
        </a:buClr>
        <a:buSzPct val="145000"/>
        <a:buFont typeface="Arial"/>
        <a:buChar char="•"/>
        <a:defRPr sz="1800" kern="1200" cap="none">
          <a:solidFill>
            <a:schemeClr val="tx1"/>
          </a:solidFill>
          <a:effectLst/>
          <a:latin typeface="+mn-lt"/>
          <a:ea typeface="+mn-ea"/>
          <a:cs typeface="+mn-cs"/>
        </a:defRPr>
      </a:lvl3pPr>
      <a:lvl4pPr marL="1543050" indent="-171450" algn="l" defTabSz="457200" rtl="0" eaLnBrk="1" latinLnBrk="0" hangingPunct="1">
        <a:spcBef>
          <a:spcPct val="20000"/>
        </a:spcBef>
        <a:spcAft>
          <a:spcPts val="600"/>
        </a:spcAft>
        <a:buClr>
          <a:schemeClr val="accent1">
            <a:lumMod val="75000"/>
          </a:schemeClr>
        </a:buClr>
        <a:buSzPct val="145000"/>
        <a:buFont typeface="Arial"/>
        <a:buChar char="•"/>
        <a:defRPr sz="1600" kern="1200" cap="none">
          <a:solidFill>
            <a:schemeClr val="tx1"/>
          </a:solidFill>
          <a:effectLst/>
          <a:latin typeface="+mn-lt"/>
          <a:ea typeface="+mn-ea"/>
          <a:cs typeface="+mn-cs"/>
        </a:defRPr>
      </a:lvl4pPr>
      <a:lvl5pPr marL="2000250" indent="-171450" algn="l" defTabSz="457200" rtl="0" eaLnBrk="1" latinLnBrk="0" hangingPunct="1">
        <a:spcBef>
          <a:spcPct val="20000"/>
        </a:spcBef>
        <a:spcAft>
          <a:spcPts val="600"/>
        </a:spcAft>
        <a:buClr>
          <a:schemeClr val="accent1">
            <a:lumMod val="75000"/>
          </a:schemeClr>
        </a:buClr>
        <a:buSzPct val="145000"/>
        <a:buFont typeface="Arial"/>
        <a:buChar char="•"/>
        <a:defRPr sz="1400" kern="1200" cap="none">
          <a:solidFill>
            <a:schemeClr val="tx1"/>
          </a:solidFill>
          <a:effectLst/>
          <a:latin typeface="+mn-lt"/>
          <a:ea typeface="+mn-ea"/>
          <a:cs typeface="+mn-cs"/>
        </a:defRPr>
      </a:lvl5pPr>
      <a:lvl6pPr marL="2514600" indent="-228600" algn="l" defTabSz="457200" rtl="0" eaLnBrk="1" latinLnBrk="0" hangingPunct="1">
        <a:spcBef>
          <a:spcPct val="20000"/>
        </a:spcBef>
        <a:spcAft>
          <a:spcPts val="600"/>
        </a:spcAft>
        <a:buClr>
          <a:schemeClr val="accent1">
            <a:lumMod val="75000"/>
          </a:schemeClr>
        </a:buClr>
        <a:buSzPct val="145000"/>
        <a:buFont typeface="Arial"/>
        <a:buChar char="•"/>
        <a:defRPr sz="1400" kern="1200" cap="none">
          <a:solidFill>
            <a:schemeClr val="tx1"/>
          </a:solidFill>
          <a:effectLst/>
          <a:latin typeface="+mn-lt"/>
          <a:ea typeface="+mn-ea"/>
          <a:cs typeface="+mn-cs"/>
        </a:defRPr>
      </a:lvl6pPr>
      <a:lvl7pPr marL="2971800" indent="-228600" algn="l" defTabSz="457200" rtl="0" eaLnBrk="1" latinLnBrk="0" hangingPunct="1">
        <a:spcBef>
          <a:spcPct val="20000"/>
        </a:spcBef>
        <a:spcAft>
          <a:spcPts val="600"/>
        </a:spcAft>
        <a:buClr>
          <a:schemeClr val="accent1">
            <a:lumMod val="75000"/>
          </a:schemeClr>
        </a:buClr>
        <a:buSzPct val="145000"/>
        <a:buFont typeface="Arial"/>
        <a:buChar char="•"/>
        <a:defRPr sz="1400" kern="1200" cap="none">
          <a:solidFill>
            <a:schemeClr val="tx1"/>
          </a:solidFill>
          <a:effectLst/>
          <a:latin typeface="+mn-lt"/>
          <a:ea typeface="+mn-ea"/>
          <a:cs typeface="+mn-cs"/>
        </a:defRPr>
      </a:lvl7pPr>
      <a:lvl8pPr marL="3429000" indent="-228600" algn="l" defTabSz="457200" rtl="0" eaLnBrk="1" latinLnBrk="0" hangingPunct="1">
        <a:spcBef>
          <a:spcPct val="20000"/>
        </a:spcBef>
        <a:spcAft>
          <a:spcPts val="600"/>
        </a:spcAft>
        <a:buClr>
          <a:schemeClr val="accent1">
            <a:lumMod val="75000"/>
          </a:schemeClr>
        </a:buClr>
        <a:buSzPct val="145000"/>
        <a:buFont typeface="Arial"/>
        <a:buChar char="•"/>
        <a:defRPr sz="1400" kern="1200" cap="none">
          <a:solidFill>
            <a:schemeClr val="tx1"/>
          </a:solidFill>
          <a:effectLst/>
          <a:latin typeface="+mn-lt"/>
          <a:ea typeface="+mn-ea"/>
          <a:cs typeface="+mn-cs"/>
        </a:defRPr>
      </a:lvl8pPr>
      <a:lvl9pPr marL="3886200" indent="-228600" algn="l" defTabSz="457200" rtl="0" eaLnBrk="1" latinLnBrk="0" hangingPunct="1">
        <a:spcBef>
          <a:spcPct val="20000"/>
        </a:spcBef>
        <a:spcAft>
          <a:spcPts val="600"/>
        </a:spcAft>
        <a:buClr>
          <a:schemeClr val="accent1">
            <a:lumMod val="75000"/>
          </a:schemeClr>
        </a:buClr>
        <a:buSzPct val="145000"/>
        <a:buFont typeface="Arial"/>
        <a:buChar char="•"/>
        <a:defRPr sz="1400" kern="1200" cap="none">
          <a:solidFill>
            <a:schemeClr val="tx1"/>
          </a:solidFill>
          <a:effectLst/>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Layout" Target="../slideLayouts/slideLayout5.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A6BCF94-BFA1-1C39-735C-7E875AB1D8E2}"/>
              </a:ext>
            </a:extLst>
          </p:cNvPr>
          <p:cNvSpPr>
            <a:spLocks noGrp="1"/>
          </p:cNvSpPr>
          <p:nvPr>
            <p:ph type="ctrTitle"/>
          </p:nvPr>
        </p:nvSpPr>
        <p:spPr/>
        <p:txBody>
          <a:bodyPr/>
          <a:lstStyle/>
          <a:p>
            <a:r>
              <a:rPr lang="en-US" dirty="0">
                <a:ln w="0">
                  <a:solidFill>
                    <a:schemeClr val="tx1"/>
                  </a:solidFill>
                </a:ln>
                <a:solidFill>
                  <a:schemeClr val="accent1"/>
                </a:solidFill>
              </a:rPr>
              <a:t>Final Presentation – Interview Question</a:t>
            </a:r>
          </a:p>
        </p:txBody>
      </p:sp>
      <p:sp>
        <p:nvSpPr>
          <p:cNvPr id="3" name="Subtitle 2">
            <a:extLst>
              <a:ext uri="{FF2B5EF4-FFF2-40B4-BE49-F238E27FC236}">
                <a16:creationId xmlns:a16="http://schemas.microsoft.com/office/drawing/2014/main" id="{3579577A-DC4F-2BB6-54BB-04883324861C}"/>
              </a:ext>
            </a:extLst>
          </p:cNvPr>
          <p:cNvSpPr>
            <a:spLocks noGrp="1"/>
          </p:cNvSpPr>
          <p:nvPr>
            <p:ph type="subTitle" idx="1"/>
          </p:nvPr>
        </p:nvSpPr>
        <p:spPr/>
        <p:txBody>
          <a:bodyPr/>
          <a:lstStyle/>
          <a:p>
            <a:r>
              <a:rPr lang="en-US" dirty="0"/>
              <a:t>Lloyd Armor</a:t>
            </a:r>
          </a:p>
        </p:txBody>
      </p:sp>
    </p:spTree>
    <p:extLst>
      <p:ext uri="{BB962C8B-B14F-4D97-AF65-F5344CB8AC3E}">
        <p14:creationId xmlns:p14="http://schemas.microsoft.com/office/powerpoint/2010/main" val="332653401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1E7912D-1BCD-E77C-7EA4-FA8F5EF7C937}"/>
              </a:ext>
            </a:extLst>
          </p:cNvPr>
          <p:cNvSpPr>
            <a:spLocks noGrp="1"/>
          </p:cNvSpPr>
          <p:nvPr>
            <p:ph type="title"/>
          </p:nvPr>
        </p:nvSpPr>
        <p:spPr/>
        <p:txBody>
          <a:bodyPr>
            <a:normAutofit/>
          </a:bodyPr>
          <a:lstStyle/>
          <a:p>
            <a:r>
              <a:rPr lang="en-US" sz="4400" dirty="0"/>
              <a:t>Interview Question</a:t>
            </a:r>
          </a:p>
        </p:txBody>
      </p:sp>
      <p:sp>
        <p:nvSpPr>
          <p:cNvPr id="3" name="Content Placeholder 2">
            <a:extLst>
              <a:ext uri="{FF2B5EF4-FFF2-40B4-BE49-F238E27FC236}">
                <a16:creationId xmlns:a16="http://schemas.microsoft.com/office/drawing/2014/main" id="{1AD4045A-F675-A51C-37E1-BE365FAE5607}"/>
              </a:ext>
            </a:extLst>
          </p:cNvPr>
          <p:cNvSpPr>
            <a:spLocks noGrp="1"/>
          </p:cNvSpPr>
          <p:nvPr>
            <p:ph idx="1"/>
          </p:nvPr>
        </p:nvSpPr>
        <p:spPr/>
        <p:txBody>
          <a:bodyPr/>
          <a:lstStyle/>
          <a:p>
            <a:r>
              <a:rPr lang="en-US" dirty="0"/>
              <a:t>What is difference between </a:t>
            </a:r>
            <a:r>
              <a:rPr lang="en-US" b="1" dirty="0"/>
              <a:t>comparison</a:t>
            </a:r>
            <a:r>
              <a:rPr lang="en-US" dirty="0"/>
              <a:t> and </a:t>
            </a:r>
            <a:r>
              <a:rPr lang="en-US" b="1" dirty="0"/>
              <a:t>non-comparison-</a:t>
            </a:r>
            <a:r>
              <a:rPr lang="en-US" dirty="0"/>
              <a:t>based sorting algorithms?</a:t>
            </a:r>
          </a:p>
          <a:p>
            <a:r>
              <a:rPr lang="en-US" dirty="0"/>
              <a:t>Companies: Amazon, Microsoft, Netflix, Airbnb</a:t>
            </a:r>
          </a:p>
          <a:p>
            <a:pPr fontAlgn="ctr"/>
            <a:r>
              <a:rPr lang="en-US" dirty="0"/>
              <a:t>Found: Commonly Asked Sorting Algorithm Interview Questions from </a:t>
            </a:r>
            <a:r>
              <a:rPr lang="en-US" dirty="0" err="1"/>
              <a:t>geeksforgeeks</a:t>
            </a:r>
            <a:r>
              <a:rPr lang="en-US" dirty="0"/>
              <a:t>; Sorting Algorithms Interview Questions from </a:t>
            </a:r>
            <a:r>
              <a:rPr lang="en-US" dirty="0" err="1"/>
              <a:t>devinterview</a:t>
            </a:r>
            <a:endParaRPr lang="en-US" dirty="0"/>
          </a:p>
          <a:p>
            <a:pPr fontAlgn="ctr"/>
            <a:r>
              <a:rPr lang="en-US" dirty="0"/>
              <a:t>Addresses: Sorting Algorithms</a:t>
            </a:r>
          </a:p>
        </p:txBody>
      </p:sp>
    </p:spTree>
    <p:extLst>
      <p:ext uri="{BB962C8B-B14F-4D97-AF65-F5344CB8AC3E}">
        <p14:creationId xmlns:p14="http://schemas.microsoft.com/office/powerpoint/2010/main" val="92472250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F52DA90-0D9C-6E0F-7353-2DF2B8195D24}"/>
              </a:ext>
            </a:extLst>
          </p:cNvPr>
          <p:cNvSpPr>
            <a:spLocks noGrp="1"/>
          </p:cNvSpPr>
          <p:nvPr>
            <p:ph type="title"/>
          </p:nvPr>
        </p:nvSpPr>
        <p:spPr/>
        <p:txBody>
          <a:bodyPr/>
          <a:lstStyle/>
          <a:p>
            <a:r>
              <a:rPr lang="en-US" dirty="0"/>
              <a:t>Comparison Based Algorithms</a:t>
            </a:r>
          </a:p>
        </p:txBody>
      </p:sp>
      <mc:AlternateContent xmlns:mc="http://schemas.openxmlformats.org/markup-compatibility/2006">
        <mc:Choice xmlns:a14="http://schemas.microsoft.com/office/drawing/2010/main" Requires="a14">
          <p:sp>
            <p:nvSpPr>
              <p:cNvPr id="3" name="Content Placeholder 2">
                <a:extLst>
                  <a:ext uri="{FF2B5EF4-FFF2-40B4-BE49-F238E27FC236}">
                    <a16:creationId xmlns:a16="http://schemas.microsoft.com/office/drawing/2014/main" id="{CCB2E1DF-8D79-BB87-210B-32DB3948F299}"/>
                  </a:ext>
                </a:extLst>
              </p:cNvPr>
              <p:cNvSpPr>
                <a:spLocks noGrp="1"/>
              </p:cNvSpPr>
              <p:nvPr>
                <p:ph idx="1"/>
              </p:nvPr>
            </p:nvSpPr>
            <p:spPr/>
            <p:txBody>
              <a:bodyPr/>
              <a:lstStyle/>
              <a:p>
                <a:r>
                  <a:rPr lang="en-US" dirty="0"/>
                  <a:t>Relies on comparison to sort its elements in order</a:t>
                </a:r>
              </a:p>
              <a:p>
                <a:r>
                  <a:rPr lang="en-US" dirty="0"/>
                  <a:t>Examples: </a:t>
                </a:r>
                <a:r>
                  <a:rPr lang="en-US" dirty="0" err="1"/>
                  <a:t>QuickSort</a:t>
                </a:r>
                <a:r>
                  <a:rPr lang="en-US" dirty="0"/>
                  <a:t>, Bubble Sort, Merge Sort, Selection Sort, Insertion Sort, Heap Sort</a:t>
                </a:r>
              </a:p>
              <a:p>
                <a:r>
                  <a:rPr lang="en-US" dirty="0"/>
                  <a:t>Time complexity: </a:t>
                </a:r>
                <a14:m>
                  <m:oMath xmlns:m="http://schemas.openxmlformats.org/officeDocument/2006/math">
                    <m:r>
                      <a:rPr lang="en-US" i="1" dirty="0" smtClean="0">
                        <a:latin typeface="Cambria Math" panose="02040503050406030204" pitchFamily="18" charset="0"/>
                      </a:rPr>
                      <m:t>𝑂</m:t>
                    </m:r>
                    <m:r>
                      <a:rPr lang="en-US" i="1" dirty="0" smtClean="0">
                        <a:latin typeface="Cambria Math" panose="02040503050406030204" pitchFamily="18" charset="0"/>
                      </a:rPr>
                      <m:t>(</m:t>
                    </m:r>
                    <m:r>
                      <a:rPr lang="en-US" i="1" dirty="0" err="1">
                        <a:latin typeface="Cambria Math" panose="02040503050406030204" pitchFamily="18" charset="0"/>
                      </a:rPr>
                      <m:t>𝑛𝐿𝑜𝑔𝑛</m:t>
                    </m:r>
                    <m:r>
                      <a:rPr lang="en-US" i="1" dirty="0">
                        <a:latin typeface="Cambria Math" panose="02040503050406030204" pitchFamily="18" charset="0"/>
                      </a:rPr>
                      <m:t>)</m:t>
                    </m:r>
                  </m:oMath>
                </a14:m>
                <a:endParaRPr lang="en-US" dirty="0"/>
              </a:p>
            </p:txBody>
          </p:sp>
        </mc:Choice>
        <mc:Fallback>
          <p:sp>
            <p:nvSpPr>
              <p:cNvPr id="3" name="Content Placeholder 2">
                <a:extLst>
                  <a:ext uri="{FF2B5EF4-FFF2-40B4-BE49-F238E27FC236}">
                    <a16:creationId xmlns:a16="http://schemas.microsoft.com/office/drawing/2014/main" id="{CCB2E1DF-8D79-BB87-210B-32DB3948F299}"/>
                  </a:ext>
                </a:extLst>
              </p:cNvPr>
              <p:cNvSpPr>
                <a:spLocks noGrp="1" noRot="1" noChangeAspect="1" noMove="1" noResize="1" noEditPoints="1" noAdjustHandles="1" noChangeArrowheads="1" noChangeShapeType="1" noTextEdit="1"/>
              </p:cNvSpPr>
              <p:nvPr>
                <p:ph idx="1"/>
              </p:nvPr>
            </p:nvSpPr>
            <p:spPr>
              <a:blipFill>
                <a:blip r:embed="rId2"/>
                <a:stretch>
                  <a:fillRect l="-1521"/>
                </a:stretch>
              </a:blipFill>
            </p:spPr>
            <p:txBody>
              <a:bodyPr/>
              <a:lstStyle/>
              <a:p>
                <a:r>
                  <a:rPr lang="en-US">
                    <a:noFill/>
                  </a:rPr>
                  <a:t> </a:t>
                </a:r>
              </a:p>
            </p:txBody>
          </p:sp>
        </mc:Fallback>
      </mc:AlternateContent>
    </p:spTree>
    <p:extLst>
      <p:ext uri="{BB962C8B-B14F-4D97-AF65-F5344CB8AC3E}">
        <p14:creationId xmlns:p14="http://schemas.microsoft.com/office/powerpoint/2010/main" val="245730009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4699E06-0607-6322-4338-261A6A971295}"/>
              </a:ext>
            </a:extLst>
          </p:cNvPr>
          <p:cNvSpPr>
            <a:spLocks noGrp="1"/>
          </p:cNvSpPr>
          <p:nvPr>
            <p:ph type="title"/>
          </p:nvPr>
        </p:nvSpPr>
        <p:spPr/>
        <p:txBody>
          <a:bodyPr/>
          <a:lstStyle/>
          <a:p>
            <a:r>
              <a:rPr lang="en-US" dirty="0"/>
              <a:t>Non-Comparison Sorting Algorithms</a:t>
            </a:r>
          </a:p>
        </p:txBody>
      </p:sp>
      <mc:AlternateContent xmlns:mc="http://schemas.openxmlformats.org/markup-compatibility/2006">
        <mc:Choice xmlns:a14="http://schemas.microsoft.com/office/drawing/2010/main" Requires="a14">
          <p:sp>
            <p:nvSpPr>
              <p:cNvPr id="3" name="Content Placeholder 2">
                <a:extLst>
                  <a:ext uri="{FF2B5EF4-FFF2-40B4-BE49-F238E27FC236}">
                    <a16:creationId xmlns:a16="http://schemas.microsoft.com/office/drawing/2014/main" id="{6773D3B3-FDCC-1C7A-DC74-2C10C6C29F1E}"/>
                  </a:ext>
                </a:extLst>
              </p:cNvPr>
              <p:cNvSpPr>
                <a:spLocks noGrp="1"/>
              </p:cNvSpPr>
              <p:nvPr>
                <p:ph idx="1"/>
              </p:nvPr>
            </p:nvSpPr>
            <p:spPr/>
            <p:txBody>
              <a:bodyPr/>
              <a:lstStyle/>
              <a:p>
                <a:r>
                  <a:rPr lang="en-US" dirty="0"/>
                  <a:t>Relies on factors other than comparison to sort its elements</a:t>
                </a:r>
              </a:p>
              <a:p>
                <a:r>
                  <a:rPr lang="en-US" dirty="0"/>
                  <a:t>Examples: Counting Sort, Radix Sort, Bucket Sort</a:t>
                </a:r>
              </a:p>
              <a:p>
                <a:r>
                  <a:rPr lang="en-US" dirty="0"/>
                  <a:t>Time Complexity: </a:t>
                </a:r>
                <a14:m>
                  <m:oMath xmlns:m="http://schemas.openxmlformats.org/officeDocument/2006/math">
                    <m:r>
                      <a:rPr lang="en-US" i="1" dirty="0" smtClean="0">
                        <a:latin typeface="Cambria Math" panose="02040503050406030204" pitchFamily="18" charset="0"/>
                      </a:rPr>
                      <m:t>𝑂</m:t>
                    </m:r>
                    <m:r>
                      <a:rPr lang="en-US" i="1" dirty="0">
                        <a:latin typeface="Cambria Math" panose="02040503050406030204" pitchFamily="18" charset="0"/>
                      </a:rPr>
                      <m:t>(</m:t>
                    </m:r>
                    <m:r>
                      <a:rPr lang="en-US" i="1" dirty="0">
                        <a:latin typeface="Cambria Math" panose="02040503050406030204" pitchFamily="18" charset="0"/>
                      </a:rPr>
                      <m:t>𝑁</m:t>
                    </m:r>
                    <m:r>
                      <a:rPr lang="en-US" i="1" dirty="0">
                        <a:latin typeface="Cambria Math" panose="02040503050406030204" pitchFamily="18" charset="0"/>
                      </a:rPr>
                      <m:t>) </m:t>
                    </m:r>
                  </m:oMath>
                </a14:m>
                <a:r>
                  <a:rPr lang="en-US" dirty="0"/>
                  <a:t>under proper conditions</a:t>
                </a:r>
              </a:p>
            </p:txBody>
          </p:sp>
        </mc:Choice>
        <mc:Fallback>
          <p:sp>
            <p:nvSpPr>
              <p:cNvPr id="3" name="Content Placeholder 2">
                <a:extLst>
                  <a:ext uri="{FF2B5EF4-FFF2-40B4-BE49-F238E27FC236}">
                    <a16:creationId xmlns:a16="http://schemas.microsoft.com/office/drawing/2014/main" id="{6773D3B3-FDCC-1C7A-DC74-2C10C6C29F1E}"/>
                  </a:ext>
                </a:extLst>
              </p:cNvPr>
              <p:cNvSpPr>
                <a:spLocks noGrp="1" noRot="1" noChangeAspect="1" noMove="1" noResize="1" noEditPoints="1" noAdjustHandles="1" noChangeArrowheads="1" noChangeShapeType="1" noTextEdit="1"/>
              </p:cNvSpPr>
              <p:nvPr>
                <p:ph idx="1"/>
              </p:nvPr>
            </p:nvSpPr>
            <p:spPr>
              <a:blipFill>
                <a:blip r:embed="rId2"/>
                <a:stretch>
                  <a:fillRect l="-1521"/>
                </a:stretch>
              </a:blipFill>
            </p:spPr>
            <p:txBody>
              <a:bodyPr/>
              <a:lstStyle/>
              <a:p>
                <a:r>
                  <a:rPr lang="en-US">
                    <a:noFill/>
                  </a:rPr>
                  <a:t> </a:t>
                </a:r>
              </a:p>
            </p:txBody>
          </p:sp>
        </mc:Fallback>
      </mc:AlternateContent>
    </p:spTree>
    <p:extLst>
      <p:ext uri="{BB962C8B-B14F-4D97-AF65-F5344CB8AC3E}">
        <p14:creationId xmlns:p14="http://schemas.microsoft.com/office/powerpoint/2010/main" val="47160726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1F1B5C9-2BD7-FAD0-C52B-A11AE1B36441}"/>
              </a:ext>
            </a:extLst>
          </p:cNvPr>
          <p:cNvSpPr>
            <a:spLocks noGrp="1"/>
          </p:cNvSpPr>
          <p:nvPr>
            <p:ph type="title"/>
          </p:nvPr>
        </p:nvSpPr>
        <p:spPr/>
        <p:txBody>
          <a:bodyPr/>
          <a:lstStyle/>
          <a:p>
            <a:r>
              <a:rPr lang="en-US" dirty="0"/>
              <a:t>Differences</a:t>
            </a:r>
          </a:p>
        </p:txBody>
      </p:sp>
      <mc:AlternateContent xmlns:mc="http://schemas.openxmlformats.org/markup-compatibility/2006">
        <mc:Choice xmlns:a14="http://schemas.microsoft.com/office/drawing/2010/main" Requires="a14">
          <p:sp>
            <p:nvSpPr>
              <p:cNvPr id="3" name="Content Placeholder 2">
                <a:extLst>
                  <a:ext uri="{FF2B5EF4-FFF2-40B4-BE49-F238E27FC236}">
                    <a16:creationId xmlns:a16="http://schemas.microsoft.com/office/drawing/2014/main" id="{C9190D47-D229-336C-E092-07022816317E}"/>
                  </a:ext>
                </a:extLst>
              </p:cNvPr>
              <p:cNvSpPr>
                <a:spLocks noGrp="1"/>
              </p:cNvSpPr>
              <p:nvPr>
                <p:ph idx="1"/>
              </p:nvPr>
            </p:nvSpPr>
            <p:spPr/>
            <p:txBody>
              <a:bodyPr>
                <a:normAutofit fontScale="92500" lnSpcReduction="20000"/>
              </a:bodyPr>
              <a:lstStyle/>
              <a:p>
                <a:pPr fontAlgn="ctr"/>
                <a:r>
                  <a:rPr lang="en-US" dirty="0"/>
                  <a:t>Non-Comparison Algorithms:</a:t>
                </a:r>
              </a:p>
              <a:p>
                <a:pPr lvl="1" fontAlgn="ctr"/>
                <a:r>
                  <a:rPr lang="en-US" dirty="0"/>
                  <a:t>has a faster time complexity than </a:t>
                </a:r>
                <a14:m>
                  <m:oMath xmlns:m="http://schemas.openxmlformats.org/officeDocument/2006/math">
                    <m:r>
                      <a:rPr lang="en-US" i="1" dirty="0" smtClean="0">
                        <a:latin typeface="Cambria Math" panose="02040503050406030204" pitchFamily="18" charset="0"/>
                      </a:rPr>
                      <m:t>𝑂</m:t>
                    </m:r>
                    <m:r>
                      <a:rPr lang="en-US" i="1" dirty="0" smtClean="0">
                        <a:latin typeface="Cambria Math" panose="02040503050406030204" pitchFamily="18" charset="0"/>
                      </a:rPr>
                      <m:t>(</m:t>
                    </m:r>
                    <m:r>
                      <a:rPr lang="en-US" i="1" dirty="0" err="1">
                        <a:latin typeface="Cambria Math" panose="02040503050406030204" pitchFamily="18" charset="0"/>
                      </a:rPr>
                      <m:t>𝑛𝑙𝑜𝑔𝑛</m:t>
                    </m:r>
                    <m:r>
                      <a:rPr lang="en-US" i="1" dirty="0">
                        <a:latin typeface="Cambria Math" panose="02040503050406030204" pitchFamily="18" charset="0"/>
                      </a:rPr>
                      <m:t>) </m:t>
                    </m:r>
                  </m:oMath>
                </a14:m>
                <a:r>
                  <a:rPr lang="en-US" dirty="0"/>
                  <a:t>under the right conditions </a:t>
                </a:r>
              </a:p>
              <a:p>
                <a:pPr lvl="1" fontAlgn="ctr"/>
                <a:r>
                  <a:rPr lang="en-US" dirty="0"/>
                  <a:t>is more stable</a:t>
                </a:r>
              </a:p>
              <a:p>
                <a:pPr lvl="1" fontAlgn="ctr"/>
                <a:r>
                  <a:rPr lang="en-US" dirty="0"/>
                  <a:t>is more useful for larger data sets</a:t>
                </a:r>
              </a:p>
              <a:p>
                <a:pPr fontAlgn="ctr"/>
                <a:r>
                  <a:rPr lang="en-US" dirty="0"/>
                  <a:t>Comparison-based Algorithms:</a:t>
                </a:r>
              </a:p>
              <a:p>
                <a:pPr lvl="1" fontAlgn="ctr"/>
                <a:r>
                  <a:rPr lang="en-US" dirty="0"/>
                  <a:t>are more popular </a:t>
                </a:r>
              </a:p>
              <a:p>
                <a:pPr lvl="1" fontAlgn="ctr"/>
                <a:r>
                  <a:rPr lang="en-US" dirty="0"/>
                  <a:t>are more compatible with more use cases</a:t>
                </a:r>
              </a:p>
              <a:p>
                <a:pPr lvl="1" fontAlgn="ctr"/>
                <a:r>
                  <a:rPr lang="en-US" dirty="0"/>
                  <a:t>take up more space</a:t>
                </a:r>
              </a:p>
              <a:p>
                <a:pPr fontAlgn="ctr"/>
                <a:endParaRPr lang="en-US" dirty="0"/>
              </a:p>
              <a:p>
                <a:endParaRPr lang="en-US" dirty="0"/>
              </a:p>
            </p:txBody>
          </p:sp>
        </mc:Choice>
        <mc:Fallback>
          <p:sp>
            <p:nvSpPr>
              <p:cNvPr id="3" name="Content Placeholder 2">
                <a:extLst>
                  <a:ext uri="{FF2B5EF4-FFF2-40B4-BE49-F238E27FC236}">
                    <a16:creationId xmlns:a16="http://schemas.microsoft.com/office/drawing/2014/main" id="{C9190D47-D229-336C-E092-07022816317E}"/>
                  </a:ext>
                </a:extLst>
              </p:cNvPr>
              <p:cNvSpPr>
                <a:spLocks noGrp="1" noRot="1" noChangeAspect="1" noMove="1" noResize="1" noEditPoints="1" noAdjustHandles="1" noChangeArrowheads="1" noChangeShapeType="1" noTextEdit="1"/>
              </p:cNvSpPr>
              <p:nvPr>
                <p:ph idx="1"/>
              </p:nvPr>
            </p:nvSpPr>
            <p:spPr>
              <a:blipFill>
                <a:blip r:embed="rId2"/>
                <a:stretch>
                  <a:fillRect l="-1338" t="-16374"/>
                </a:stretch>
              </a:blipFill>
            </p:spPr>
            <p:txBody>
              <a:bodyPr/>
              <a:lstStyle/>
              <a:p>
                <a:r>
                  <a:rPr lang="en-US">
                    <a:noFill/>
                  </a:rPr>
                  <a:t> </a:t>
                </a:r>
              </a:p>
            </p:txBody>
          </p:sp>
        </mc:Fallback>
      </mc:AlternateContent>
    </p:spTree>
    <p:extLst>
      <p:ext uri="{BB962C8B-B14F-4D97-AF65-F5344CB8AC3E}">
        <p14:creationId xmlns:p14="http://schemas.microsoft.com/office/powerpoint/2010/main" val="339888901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EC4B241-22A8-3189-E9E7-14D5509EA3DF}"/>
              </a:ext>
            </a:extLst>
          </p:cNvPr>
          <p:cNvSpPr>
            <a:spLocks noGrp="1"/>
          </p:cNvSpPr>
          <p:nvPr>
            <p:ph type="title"/>
          </p:nvPr>
        </p:nvSpPr>
        <p:spPr/>
        <p:txBody>
          <a:bodyPr/>
          <a:lstStyle/>
          <a:p>
            <a:r>
              <a:rPr lang="en-US" dirty="0"/>
              <a:t>Non-Comparison Limitations</a:t>
            </a:r>
          </a:p>
        </p:txBody>
      </p:sp>
      <p:sp>
        <p:nvSpPr>
          <p:cNvPr id="3" name="Content Placeholder 2">
            <a:extLst>
              <a:ext uri="{FF2B5EF4-FFF2-40B4-BE49-F238E27FC236}">
                <a16:creationId xmlns:a16="http://schemas.microsoft.com/office/drawing/2014/main" id="{C9BC64C7-43C2-5941-BC8B-4ABF4A3CE7D3}"/>
              </a:ext>
            </a:extLst>
          </p:cNvPr>
          <p:cNvSpPr>
            <a:spLocks noGrp="1"/>
          </p:cNvSpPr>
          <p:nvPr>
            <p:ph idx="1"/>
          </p:nvPr>
        </p:nvSpPr>
        <p:spPr/>
        <p:txBody>
          <a:bodyPr>
            <a:normAutofit/>
          </a:bodyPr>
          <a:lstStyle/>
          <a:p>
            <a:pPr fontAlgn="ctr"/>
            <a:r>
              <a:rPr lang="en-US" dirty="0"/>
              <a:t>Radix Sort: The elements need to either be integers or strings with fixed sizes. It is most effective if the element with the maximum integer is located at the end of the array from the start.</a:t>
            </a:r>
          </a:p>
          <a:p>
            <a:pPr fontAlgn="ctr"/>
            <a:r>
              <a:rPr lang="en-US" dirty="0"/>
              <a:t>Counting Sort: the elements have to be integers. The range of integers also shouldn't be larger than the size of the array.</a:t>
            </a:r>
          </a:p>
          <a:p>
            <a:pPr fontAlgn="ctr"/>
            <a:r>
              <a:rPr lang="en-US" dirty="0"/>
              <a:t>Bucket Sort: Best effective when the elements of the array can be distributed into buckets neatly. It can be considered comparison based</a:t>
            </a:r>
          </a:p>
        </p:txBody>
      </p:sp>
    </p:spTree>
    <p:extLst>
      <p:ext uri="{BB962C8B-B14F-4D97-AF65-F5344CB8AC3E}">
        <p14:creationId xmlns:p14="http://schemas.microsoft.com/office/powerpoint/2010/main" val="54864053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0C315A4-0103-2517-56A8-6FC340CD15DB}"/>
              </a:ext>
            </a:extLst>
          </p:cNvPr>
          <p:cNvSpPr>
            <a:spLocks noGrp="1"/>
          </p:cNvSpPr>
          <p:nvPr>
            <p:ph type="title"/>
          </p:nvPr>
        </p:nvSpPr>
        <p:spPr/>
        <p:txBody>
          <a:bodyPr/>
          <a:lstStyle/>
          <a:p>
            <a:r>
              <a:rPr lang="en-US" dirty="0"/>
              <a:t>Code Example Notes</a:t>
            </a:r>
          </a:p>
        </p:txBody>
      </p:sp>
    </p:spTree>
    <p:extLst>
      <p:ext uri="{BB962C8B-B14F-4D97-AF65-F5344CB8AC3E}">
        <p14:creationId xmlns:p14="http://schemas.microsoft.com/office/powerpoint/2010/main" val="238895998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7B0D652-65E2-4189-CE92-AAA66B5051E5}"/>
              </a:ext>
            </a:extLst>
          </p:cNvPr>
          <p:cNvSpPr>
            <a:spLocks noGrp="1"/>
          </p:cNvSpPr>
          <p:nvPr>
            <p:ph type="title"/>
          </p:nvPr>
        </p:nvSpPr>
        <p:spPr/>
        <p:txBody>
          <a:bodyPr/>
          <a:lstStyle/>
          <a:p>
            <a:r>
              <a:rPr lang="en-US" dirty="0"/>
              <a:t>Conclusion</a:t>
            </a:r>
          </a:p>
        </p:txBody>
      </p:sp>
      <p:sp>
        <p:nvSpPr>
          <p:cNvPr id="3" name="Text Placeholder 2">
            <a:extLst>
              <a:ext uri="{FF2B5EF4-FFF2-40B4-BE49-F238E27FC236}">
                <a16:creationId xmlns:a16="http://schemas.microsoft.com/office/drawing/2014/main" id="{8A43F267-1678-FB72-036D-367B3F430943}"/>
              </a:ext>
            </a:extLst>
          </p:cNvPr>
          <p:cNvSpPr>
            <a:spLocks noGrp="1"/>
          </p:cNvSpPr>
          <p:nvPr>
            <p:ph type="body" idx="1"/>
          </p:nvPr>
        </p:nvSpPr>
        <p:spPr/>
        <p:txBody>
          <a:bodyPr/>
          <a:lstStyle/>
          <a:p>
            <a:r>
              <a:rPr lang="en-US" dirty="0"/>
              <a:t>Selection Sort</a:t>
            </a:r>
          </a:p>
        </p:txBody>
      </p:sp>
      <mc:AlternateContent xmlns:mc="http://schemas.openxmlformats.org/markup-compatibility/2006">
        <mc:Choice xmlns:a14="http://schemas.microsoft.com/office/drawing/2010/main" Requires="a14">
          <p:sp>
            <p:nvSpPr>
              <p:cNvPr id="4" name="Content Placeholder 3">
                <a:extLst>
                  <a:ext uri="{FF2B5EF4-FFF2-40B4-BE49-F238E27FC236}">
                    <a16:creationId xmlns:a16="http://schemas.microsoft.com/office/drawing/2014/main" id="{B8F17B5D-3DB4-8AC7-E9CE-E1C68A9D9EFA}"/>
                  </a:ext>
                </a:extLst>
              </p:cNvPr>
              <p:cNvSpPr>
                <a:spLocks noGrp="1"/>
              </p:cNvSpPr>
              <p:nvPr>
                <p:ph sz="half" idx="2"/>
              </p:nvPr>
            </p:nvSpPr>
            <p:spPr/>
            <p:txBody>
              <a:bodyPr>
                <a:normAutofit/>
              </a:bodyPr>
              <a:lstStyle/>
              <a:p>
                <a:pPr fontAlgn="ctr"/>
                <a14:m>
                  <m:oMath xmlns:m="http://schemas.openxmlformats.org/officeDocument/2006/math">
                    <m:r>
                      <a:rPr lang="en-US" i="1" dirty="0" smtClean="0">
                        <a:latin typeface="Cambria Math" panose="02040503050406030204" pitchFamily="18" charset="0"/>
                      </a:rPr>
                      <m:t>𝑂</m:t>
                    </m:r>
                    <m:r>
                      <a:rPr lang="en-US" i="1" dirty="0" smtClean="0">
                        <a:latin typeface="Cambria Math" panose="02040503050406030204" pitchFamily="18" charset="0"/>
                      </a:rPr>
                      <m:t>(</m:t>
                    </m:r>
                    <m:sSup>
                      <m:sSupPr>
                        <m:ctrlPr>
                          <a:rPr lang="en-US" i="1" dirty="0" smtClean="0">
                            <a:latin typeface="Cambria Math" panose="02040503050406030204" pitchFamily="18" charset="0"/>
                          </a:rPr>
                        </m:ctrlPr>
                      </m:sSupPr>
                      <m:e>
                        <m:r>
                          <a:rPr lang="en-US" b="0" i="1" dirty="0" smtClean="0">
                            <a:latin typeface="Cambria Math" panose="02040503050406030204" pitchFamily="18" charset="0"/>
                          </a:rPr>
                          <m:t>𝑁</m:t>
                        </m:r>
                      </m:e>
                      <m:sup>
                        <m:r>
                          <a:rPr lang="en-US" b="0" i="1" dirty="0" smtClean="0">
                            <a:latin typeface="Cambria Math" panose="02040503050406030204" pitchFamily="18" charset="0"/>
                          </a:rPr>
                          <m:t>2</m:t>
                        </m:r>
                      </m:sup>
                    </m:sSup>
                    <m:r>
                      <a:rPr lang="en-US" i="1" dirty="0" smtClean="0">
                        <a:latin typeface="Cambria Math" panose="02040503050406030204" pitchFamily="18" charset="0"/>
                      </a:rPr>
                      <m:t>) </m:t>
                    </m:r>
                  </m:oMath>
                </a14:m>
                <a:r>
                  <a:rPr lang="en-US" dirty="0"/>
                  <a:t>time (number of elements squared)</a:t>
                </a:r>
              </a:p>
              <a:p>
                <a:pPr fontAlgn="ctr"/>
                <a:r>
                  <a:rPr lang="en-US" dirty="0"/>
                  <a:t>Worse for larger datasets</a:t>
                </a:r>
              </a:p>
              <a:p>
                <a:pPr fontAlgn="ctr"/>
                <a:r>
                  <a:rPr lang="en-US" dirty="0"/>
                  <a:t>Takes less space</a:t>
                </a:r>
              </a:p>
              <a:p>
                <a:pPr fontAlgn="ctr"/>
                <a:r>
                  <a:rPr lang="en-US" dirty="0"/>
                  <a:t>Less stable</a:t>
                </a:r>
              </a:p>
              <a:p>
                <a:pPr fontAlgn="ctr"/>
                <a:r>
                  <a:rPr lang="en-US" dirty="0"/>
                  <a:t>Compatible with more data types</a:t>
                </a:r>
              </a:p>
              <a:p>
                <a:endParaRPr lang="en-US" dirty="0"/>
              </a:p>
            </p:txBody>
          </p:sp>
        </mc:Choice>
        <mc:Fallback>
          <p:sp>
            <p:nvSpPr>
              <p:cNvPr id="4" name="Content Placeholder 3">
                <a:extLst>
                  <a:ext uri="{FF2B5EF4-FFF2-40B4-BE49-F238E27FC236}">
                    <a16:creationId xmlns:a16="http://schemas.microsoft.com/office/drawing/2014/main" id="{B8F17B5D-3DB4-8AC7-E9CE-E1C68A9D9EFA}"/>
                  </a:ext>
                </a:extLst>
              </p:cNvPr>
              <p:cNvSpPr>
                <a:spLocks noGrp="1" noRot="1" noChangeAspect="1" noMove="1" noResize="1" noEditPoints="1" noAdjustHandles="1" noChangeArrowheads="1" noChangeShapeType="1" noTextEdit="1"/>
              </p:cNvSpPr>
              <p:nvPr>
                <p:ph sz="half" idx="2"/>
              </p:nvPr>
            </p:nvSpPr>
            <p:spPr>
              <a:blipFill>
                <a:blip r:embed="rId2"/>
                <a:stretch>
                  <a:fillRect l="-1868" t="-3722"/>
                </a:stretch>
              </a:blipFill>
            </p:spPr>
            <p:txBody>
              <a:bodyPr/>
              <a:lstStyle/>
              <a:p>
                <a:r>
                  <a:rPr lang="en-US">
                    <a:noFill/>
                  </a:rPr>
                  <a:t> </a:t>
                </a:r>
              </a:p>
            </p:txBody>
          </p:sp>
        </mc:Fallback>
      </mc:AlternateContent>
      <p:sp>
        <p:nvSpPr>
          <p:cNvPr id="5" name="Text Placeholder 4">
            <a:extLst>
              <a:ext uri="{FF2B5EF4-FFF2-40B4-BE49-F238E27FC236}">
                <a16:creationId xmlns:a16="http://schemas.microsoft.com/office/drawing/2014/main" id="{E223FD7D-2389-8904-5012-2661CDFE6935}"/>
              </a:ext>
            </a:extLst>
          </p:cNvPr>
          <p:cNvSpPr>
            <a:spLocks noGrp="1"/>
          </p:cNvSpPr>
          <p:nvPr>
            <p:ph type="body" sz="quarter" idx="3"/>
          </p:nvPr>
        </p:nvSpPr>
        <p:spPr/>
        <p:txBody>
          <a:bodyPr/>
          <a:lstStyle/>
          <a:p>
            <a:r>
              <a:rPr lang="en-US" dirty="0"/>
              <a:t>Radix Sort</a:t>
            </a:r>
          </a:p>
        </p:txBody>
      </p:sp>
      <mc:AlternateContent xmlns:mc="http://schemas.openxmlformats.org/markup-compatibility/2006">
        <mc:Choice xmlns:a14="http://schemas.microsoft.com/office/drawing/2010/main" Requires="a14">
          <p:sp>
            <p:nvSpPr>
              <p:cNvPr id="6" name="Content Placeholder 5">
                <a:extLst>
                  <a:ext uri="{FF2B5EF4-FFF2-40B4-BE49-F238E27FC236}">
                    <a16:creationId xmlns:a16="http://schemas.microsoft.com/office/drawing/2014/main" id="{2595FA7C-6078-4B12-C801-A3FFD3CBF248}"/>
                  </a:ext>
                </a:extLst>
              </p:cNvPr>
              <p:cNvSpPr>
                <a:spLocks noGrp="1"/>
              </p:cNvSpPr>
              <p:nvPr>
                <p:ph sz="quarter" idx="4"/>
              </p:nvPr>
            </p:nvSpPr>
            <p:spPr/>
            <p:txBody>
              <a:bodyPr>
                <a:normAutofit/>
              </a:bodyPr>
              <a:lstStyle/>
              <a:p>
                <a:pPr fontAlgn="ctr"/>
                <a14:m>
                  <m:oMath xmlns:m="http://schemas.openxmlformats.org/officeDocument/2006/math">
                    <m:r>
                      <a:rPr lang="en-US" i="1" dirty="0" smtClean="0">
                        <a:latin typeface="Cambria Math" panose="02040503050406030204" pitchFamily="18" charset="0"/>
                      </a:rPr>
                      <m:t>𝑂</m:t>
                    </m:r>
                    <m:r>
                      <a:rPr lang="en-US" i="1" dirty="0" smtClean="0">
                        <a:latin typeface="Cambria Math" panose="02040503050406030204" pitchFamily="18" charset="0"/>
                      </a:rPr>
                      <m:t>(</m:t>
                    </m:r>
                    <m:r>
                      <a:rPr lang="en-US" i="1" dirty="0" smtClean="0">
                        <a:latin typeface="Cambria Math" panose="02040503050406030204" pitchFamily="18" charset="0"/>
                      </a:rPr>
                      <m:t>𝑁</m:t>
                    </m:r>
                    <m:r>
                      <a:rPr lang="en-US" b="0" i="1" dirty="0" smtClean="0">
                        <a:latin typeface="Cambria Math" panose="02040503050406030204" pitchFamily="18" charset="0"/>
                      </a:rPr>
                      <m:t>∗</m:t>
                    </m:r>
                    <m:r>
                      <a:rPr lang="en-US" i="1" dirty="0" smtClean="0">
                        <a:latin typeface="Cambria Math" panose="02040503050406030204" pitchFamily="18" charset="0"/>
                      </a:rPr>
                      <m:t>𝐾</m:t>
                    </m:r>
                    <m:r>
                      <a:rPr lang="en-US" i="1" dirty="0" smtClean="0">
                        <a:latin typeface="Cambria Math" panose="02040503050406030204" pitchFamily="18" charset="0"/>
                      </a:rPr>
                      <m:t>) </m:t>
                    </m:r>
                  </m:oMath>
                </a14:m>
                <a:r>
                  <a:rPr lang="en-US" dirty="0"/>
                  <a:t>time (number of elements * number of digits)</a:t>
                </a:r>
              </a:p>
              <a:p>
                <a:pPr fontAlgn="ctr"/>
                <a:r>
                  <a:rPr lang="en-US" dirty="0"/>
                  <a:t>Better for larger datasets</a:t>
                </a:r>
              </a:p>
              <a:p>
                <a:pPr fontAlgn="ctr"/>
                <a:r>
                  <a:rPr lang="en-US" dirty="0"/>
                  <a:t>Takes more space</a:t>
                </a:r>
              </a:p>
              <a:p>
                <a:pPr fontAlgn="ctr"/>
                <a:r>
                  <a:rPr lang="en-US" dirty="0"/>
                  <a:t>More stable</a:t>
                </a:r>
              </a:p>
              <a:p>
                <a:pPr fontAlgn="ctr"/>
                <a:r>
                  <a:rPr lang="en-US" dirty="0"/>
                  <a:t>Less compatible</a:t>
                </a:r>
              </a:p>
            </p:txBody>
          </p:sp>
        </mc:Choice>
        <mc:Fallback>
          <p:sp>
            <p:nvSpPr>
              <p:cNvPr id="6" name="Content Placeholder 5">
                <a:extLst>
                  <a:ext uri="{FF2B5EF4-FFF2-40B4-BE49-F238E27FC236}">
                    <a16:creationId xmlns:a16="http://schemas.microsoft.com/office/drawing/2014/main" id="{2595FA7C-6078-4B12-C801-A3FFD3CBF248}"/>
                  </a:ext>
                </a:extLst>
              </p:cNvPr>
              <p:cNvSpPr>
                <a:spLocks noGrp="1" noRot="1" noChangeAspect="1" noMove="1" noResize="1" noEditPoints="1" noAdjustHandles="1" noChangeArrowheads="1" noChangeShapeType="1" noTextEdit="1"/>
              </p:cNvSpPr>
              <p:nvPr>
                <p:ph sz="quarter" idx="4"/>
              </p:nvPr>
            </p:nvSpPr>
            <p:spPr>
              <a:blipFill>
                <a:blip r:embed="rId3"/>
                <a:stretch>
                  <a:fillRect l="-1993" t="-3722"/>
                </a:stretch>
              </a:blipFill>
            </p:spPr>
            <p:txBody>
              <a:bodyPr/>
              <a:lstStyle/>
              <a:p>
                <a:r>
                  <a:rPr lang="en-US">
                    <a:noFill/>
                  </a:rPr>
                  <a:t> </a:t>
                </a:r>
              </a:p>
            </p:txBody>
          </p:sp>
        </mc:Fallback>
      </mc:AlternateContent>
    </p:spTree>
    <p:extLst>
      <p:ext uri="{BB962C8B-B14F-4D97-AF65-F5344CB8AC3E}">
        <p14:creationId xmlns:p14="http://schemas.microsoft.com/office/powerpoint/2010/main" val="299164135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24E2FAA-DB0E-397B-3197-4810730B5F43}"/>
              </a:ext>
            </a:extLst>
          </p:cNvPr>
          <p:cNvSpPr>
            <a:spLocks noGrp="1"/>
          </p:cNvSpPr>
          <p:nvPr>
            <p:ph type="title"/>
          </p:nvPr>
        </p:nvSpPr>
        <p:spPr/>
        <p:txBody>
          <a:bodyPr/>
          <a:lstStyle/>
          <a:p>
            <a:r>
              <a:rPr lang="en-US" dirty="0"/>
              <a:t>References</a:t>
            </a:r>
          </a:p>
        </p:txBody>
      </p:sp>
      <p:sp>
        <p:nvSpPr>
          <p:cNvPr id="3" name="Content Placeholder 2">
            <a:extLst>
              <a:ext uri="{FF2B5EF4-FFF2-40B4-BE49-F238E27FC236}">
                <a16:creationId xmlns:a16="http://schemas.microsoft.com/office/drawing/2014/main" id="{E1A4E7FC-C99A-A00B-BD18-7CB0AF49FB7D}"/>
              </a:ext>
            </a:extLst>
          </p:cNvPr>
          <p:cNvSpPr>
            <a:spLocks noGrp="1"/>
          </p:cNvSpPr>
          <p:nvPr>
            <p:ph idx="1"/>
          </p:nvPr>
        </p:nvSpPr>
        <p:spPr/>
        <p:txBody>
          <a:bodyPr>
            <a:normAutofit fontScale="47500" lnSpcReduction="20000"/>
          </a:bodyPr>
          <a:lstStyle/>
          <a:p>
            <a:r>
              <a:rPr lang="en-US" dirty="0">
                <a:effectLst/>
              </a:rPr>
              <a:t>“Commonly Asked Algorithm Interview Questions.” </a:t>
            </a:r>
            <a:r>
              <a:rPr lang="en-US" i="1" dirty="0" err="1">
                <a:effectLst/>
              </a:rPr>
              <a:t>GeeksforGeeks</a:t>
            </a:r>
            <a:r>
              <a:rPr lang="en-US" dirty="0">
                <a:effectLst/>
              </a:rPr>
              <a:t>, </a:t>
            </a:r>
            <a:r>
              <a:rPr lang="en-US" dirty="0" err="1">
                <a:effectLst/>
              </a:rPr>
              <a:t>GeeksforGeeks</a:t>
            </a:r>
            <a:r>
              <a:rPr lang="en-US" dirty="0">
                <a:effectLst/>
              </a:rPr>
              <a:t>, 3 Sept. 2025, www.geeksforgeeks.org/dsa/commonly-asked-algorithm-interview-questions-set-1/. </a:t>
            </a:r>
          </a:p>
          <a:p>
            <a:r>
              <a:rPr lang="en-US" dirty="0" err="1">
                <a:effectLst/>
              </a:rPr>
              <a:t>Devinterview</a:t>
            </a:r>
            <a:r>
              <a:rPr lang="en-US" dirty="0">
                <a:effectLst/>
              </a:rPr>
              <a:t>-io. “Sorting Algorithms Interview Questions and Answers to Help You Prepare for Your next Data Structures and Algorithms Interview in 2025.” </a:t>
            </a:r>
            <a:r>
              <a:rPr lang="en-US" i="1" dirty="0">
                <a:effectLst/>
              </a:rPr>
              <a:t>GitHub</a:t>
            </a:r>
            <a:r>
              <a:rPr lang="en-US" dirty="0">
                <a:effectLst/>
              </a:rPr>
              <a:t>, github.com/</a:t>
            </a:r>
            <a:r>
              <a:rPr lang="en-US" dirty="0" err="1">
                <a:effectLst/>
              </a:rPr>
              <a:t>Devinterview</a:t>
            </a:r>
            <a:r>
              <a:rPr lang="en-US" dirty="0">
                <a:effectLst/>
              </a:rPr>
              <a:t>-io/sorting-algorithms-interview-questions. Accessed 30 Nov. 2025. </a:t>
            </a:r>
          </a:p>
          <a:p>
            <a:r>
              <a:rPr lang="en-US" dirty="0">
                <a:effectLst/>
              </a:rPr>
              <a:t>“Analysis of Different Sorting Techniques.” </a:t>
            </a:r>
            <a:r>
              <a:rPr lang="en-US" i="1" dirty="0" err="1">
                <a:effectLst/>
              </a:rPr>
              <a:t>GeeksforGeeks</a:t>
            </a:r>
            <a:r>
              <a:rPr lang="en-US" dirty="0">
                <a:effectLst/>
              </a:rPr>
              <a:t>, </a:t>
            </a:r>
            <a:r>
              <a:rPr lang="en-US" dirty="0" err="1">
                <a:effectLst/>
              </a:rPr>
              <a:t>GeeksforGeeks</a:t>
            </a:r>
            <a:r>
              <a:rPr lang="en-US" dirty="0">
                <a:effectLst/>
              </a:rPr>
              <a:t>, 28 July 2025, www.geeksforgeeks.org/dsa/analysis-of-different-sorting-techniques/. </a:t>
            </a:r>
          </a:p>
          <a:p>
            <a:r>
              <a:rPr lang="en-US" dirty="0">
                <a:effectLst/>
              </a:rPr>
              <a:t>“Sorting Interview Questions &amp; Tips for Senior Engineers.” </a:t>
            </a:r>
            <a:r>
              <a:rPr lang="en-US" i="1" dirty="0">
                <a:effectLst/>
              </a:rPr>
              <a:t>For Senior Engineers</a:t>
            </a:r>
            <a:r>
              <a:rPr lang="en-US" dirty="0">
                <a:effectLst/>
              </a:rPr>
              <a:t>, interviewing.io/sorting-interview-questions. Accessed 30 Nov. 2025. </a:t>
            </a:r>
          </a:p>
          <a:p>
            <a:r>
              <a:rPr lang="en-US" dirty="0" err="1">
                <a:effectLst/>
              </a:rPr>
              <a:t>SonalRoche</a:t>
            </a:r>
            <a:r>
              <a:rPr lang="en-US" dirty="0">
                <a:effectLst/>
              </a:rPr>
              <a:t>. “Comparing Popular Sorting Algorithms: A Practical Overview.” </a:t>
            </a:r>
            <a:r>
              <a:rPr lang="en-US" i="1" dirty="0">
                <a:effectLst/>
              </a:rPr>
              <a:t>Medium</a:t>
            </a:r>
            <a:r>
              <a:rPr lang="en-US" dirty="0">
                <a:effectLst/>
              </a:rPr>
              <a:t>, medium.com/@sonal98roche/comparing-popular-sorting-algorithms-a-practical-overview-f7e41ecbd1e3. Accessed 30 Nov. 2025. </a:t>
            </a:r>
          </a:p>
          <a:p>
            <a:r>
              <a:rPr lang="en-US" dirty="0" err="1">
                <a:effectLst/>
              </a:rPr>
              <a:t>GeeksforGeeks</a:t>
            </a:r>
            <a:r>
              <a:rPr lang="en-US" dirty="0">
                <a:effectLst/>
              </a:rPr>
              <a:t>. “Counting Sort.” </a:t>
            </a:r>
            <a:r>
              <a:rPr lang="en-US" i="1" dirty="0" err="1">
                <a:effectLst/>
              </a:rPr>
              <a:t>GeeksforGeeks</a:t>
            </a:r>
            <a:r>
              <a:rPr lang="en-US" dirty="0">
                <a:effectLst/>
              </a:rPr>
              <a:t>, 29 Sept. 2025, www.geeksforgeeks.org/dsa/counting-sort/. </a:t>
            </a:r>
          </a:p>
          <a:p>
            <a:r>
              <a:rPr lang="en-US" dirty="0">
                <a:effectLst/>
              </a:rPr>
              <a:t>“Applications, Advantages and Disadvantages of Radix Sort.” </a:t>
            </a:r>
            <a:r>
              <a:rPr lang="en-US" i="1" dirty="0" err="1">
                <a:effectLst/>
              </a:rPr>
              <a:t>GeeksforGeeks</a:t>
            </a:r>
            <a:r>
              <a:rPr lang="en-US" dirty="0">
                <a:effectLst/>
              </a:rPr>
              <a:t>, </a:t>
            </a:r>
            <a:r>
              <a:rPr lang="en-US" dirty="0" err="1">
                <a:effectLst/>
              </a:rPr>
              <a:t>GeeksforGeeks</a:t>
            </a:r>
            <a:r>
              <a:rPr lang="en-US" dirty="0">
                <a:effectLst/>
              </a:rPr>
              <a:t>, 23 July 2025, www.geeksforgeeks.org/dsa/applications-advantages-and-disadvantages-of-radix-sort/. </a:t>
            </a:r>
          </a:p>
          <a:p>
            <a:r>
              <a:rPr lang="en-US" dirty="0" err="1">
                <a:effectLst/>
              </a:rPr>
              <a:t>GeeksforGeeks</a:t>
            </a:r>
            <a:r>
              <a:rPr lang="en-US" dirty="0">
                <a:effectLst/>
              </a:rPr>
              <a:t>. “Selection Sort.” </a:t>
            </a:r>
            <a:r>
              <a:rPr lang="en-US" i="1" dirty="0" err="1">
                <a:effectLst/>
              </a:rPr>
              <a:t>GeeksforGeeks</a:t>
            </a:r>
            <a:r>
              <a:rPr lang="en-US" dirty="0">
                <a:effectLst/>
              </a:rPr>
              <a:t>, 23 July 2025, www.geeksforgeeks.org/dsa/selection-sort-algorithm-2/.</a:t>
            </a:r>
          </a:p>
        </p:txBody>
      </p:sp>
    </p:spTree>
    <p:extLst>
      <p:ext uri="{BB962C8B-B14F-4D97-AF65-F5344CB8AC3E}">
        <p14:creationId xmlns:p14="http://schemas.microsoft.com/office/powerpoint/2010/main" val="815609944"/>
      </p:ext>
    </p:extLst>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Parallax">
  <a:themeElements>
    <a:clrScheme name="Blue">
      <a:dk1>
        <a:sysClr val="windowText" lastClr="000000"/>
      </a:dk1>
      <a:lt1>
        <a:sysClr val="window" lastClr="FFFFFF"/>
      </a:lt1>
      <a:dk2>
        <a:srgbClr val="17406D"/>
      </a:dk2>
      <a:lt2>
        <a:srgbClr val="DBEFF9"/>
      </a:lt2>
      <a:accent1>
        <a:srgbClr val="0F6FC6"/>
      </a:accent1>
      <a:accent2>
        <a:srgbClr val="009DD9"/>
      </a:accent2>
      <a:accent3>
        <a:srgbClr val="0BD0D9"/>
      </a:accent3>
      <a:accent4>
        <a:srgbClr val="10CF9B"/>
      </a:accent4>
      <a:accent5>
        <a:srgbClr val="7CCA62"/>
      </a:accent5>
      <a:accent6>
        <a:srgbClr val="A5C249"/>
      </a:accent6>
      <a:hlink>
        <a:srgbClr val="F49100"/>
      </a:hlink>
      <a:folHlink>
        <a:srgbClr val="85DFD0"/>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Parallax">
      <a:fillStyleLst>
        <a:solidFill>
          <a:schemeClr val="phClr"/>
        </a:solidFill>
        <a:gradFill rotWithShape="1">
          <a:gsLst>
            <a:gs pos="0">
              <a:schemeClr val="phClr">
                <a:tint val="60000"/>
                <a:lumMod val="104000"/>
              </a:schemeClr>
            </a:gs>
            <a:gs pos="100000">
              <a:schemeClr val="phClr">
                <a:tint val="84000"/>
              </a:schemeClr>
            </a:gs>
          </a:gsLst>
          <a:lin ang="5400000" scaled="0"/>
        </a:gradFill>
        <a:gradFill rotWithShape="1">
          <a:gsLst>
            <a:gs pos="0">
              <a:schemeClr val="phClr">
                <a:tint val="96000"/>
                <a:lumMod val="102000"/>
              </a:schemeClr>
            </a:gs>
            <a:gs pos="100000">
              <a:schemeClr val="phClr">
                <a:shade val="88000"/>
                <a:lumMod val="94000"/>
              </a:schemeClr>
            </a:gs>
          </a:gsLst>
          <a:path path="circle">
            <a:fillToRect l="50000" t="100000" r="100000" b="50000"/>
          </a:path>
        </a:gradFill>
      </a:fillStyleLst>
      <a:lnStyleLst>
        <a:ln w="9525" cap="rnd" cmpd="sng" algn="ctr">
          <a:solidFill>
            <a:schemeClr val="phClr">
              <a:tint val="60000"/>
            </a:schemeClr>
          </a:solidFill>
          <a:prstDash val="solid"/>
        </a:ln>
        <a:ln w="15875" cap="rnd" cmpd="sng" algn="ctr">
          <a:solidFill>
            <a:schemeClr val="phClr"/>
          </a:solidFill>
          <a:prstDash val="solid"/>
        </a:ln>
        <a:ln w="22225" cap="rnd" cmpd="sng" algn="ctr">
          <a:solidFill>
            <a:schemeClr val="phClr"/>
          </a:solidFill>
          <a:prstDash val="solid"/>
        </a:ln>
      </a:lnStyleLst>
      <a:effectStyleLst>
        <a:effectStyle>
          <a:effectLst/>
        </a:effectStyle>
        <a:effectStyle>
          <a:effectLst>
            <a:reflection blurRad="12700" stA="26000" endPos="32000" dist="12700" dir="5400000" sy="-100000" rotWithShape="0"/>
          </a:effectLst>
        </a:effectStyle>
        <a:effectStyle>
          <a:effectLst>
            <a:outerShdw blurRad="38100" dist="25400" dir="5400000" rotWithShape="0">
              <a:srgbClr val="000000">
                <a:alpha val="64000"/>
              </a:srgbClr>
            </a:outerShdw>
          </a:effectLst>
          <a:scene3d>
            <a:camera prst="orthographicFront">
              <a:rot lat="0" lon="0" rev="0"/>
            </a:camera>
            <a:lightRig rig="threePt" dir="tl">
              <a:rot lat="0" lon="0" rev="1200000"/>
            </a:lightRig>
          </a:scene3d>
          <a:sp3d>
            <a:bevelT w="25400" h="12700"/>
          </a:sp3d>
        </a:effectStyle>
      </a:effectStyleLst>
      <a:bgFillStyleLst>
        <a:solidFill>
          <a:schemeClr val="phClr"/>
        </a:solidFill>
        <a:gradFill rotWithShape="1">
          <a:gsLst>
            <a:gs pos="0">
              <a:schemeClr val="phClr">
                <a:tint val="90000"/>
                <a:lumMod val="110000"/>
              </a:schemeClr>
            </a:gs>
            <a:gs pos="100000">
              <a:schemeClr val="phClr">
                <a:shade val="64000"/>
                <a:lumMod val="98000"/>
              </a:schemeClr>
            </a:gs>
          </a:gsLst>
          <a:lin ang="5400000" scaled="0"/>
        </a:gradFill>
        <a:blipFill rotWithShape="1">
          <a:blip xmlns:r="http://schemas.openxmlformats.org/officeDocument/2006/relationships" r:embed="rId1">
            <a:duotone>
              <a:schemeClr val="phClr">
                <a:shade val="76000"/>
                <a:satMod val="180000"/>
              </a:schemeClr>
              <a:schemeClr val="phClr">
                <a:tint val="80000"/>
                <a:satMod val="120000"/>
                <a:lumMod val="180000"/>
              </a:schemeClr>
            </a:duotone>
          </a:blip>
          <a:stretch/>
        </a:blipFill>
      </a:bgFillStyleLst>
    </a:fmtScheme>
  </a:themeElements>
  <a:objectDefaults/>
  <a:extraClrSchemeLst/>
  <a:extLst>
    <a:ext uri="{05A4C25C-085E-4340-85A3-A5531E510DB2}">
      <thm15:themeFamily xmlns:thm15="http://schemas.microsoft.com/office/thememl/2012/main" name="Parallax" id="{3388167B-A2EB-4685-9635-1831D9AEF8C4}" vid="{4F7A876A-7598-49CA-AFC8-8EDA2551E4A7}"/>
    </a:ext>
  </a:extLst>
</a:theme>
</file>

<file path=docProps/app.xml><?xml version="1.0" encoding="utf-8"?>
<Properties xmlns="http://schemas.openxmlformats.org/officeDocument/2006/extended-properties" xmlns:vt="http://schemas.openxmlformats.org/officeDocument/2006/docPropsVTypes">
  <Template>TM03457496[[fn=Parallax]]</Template>
  <TotalTime>33</TotalTime>
  <Words>533</Words>
  <Application>Microsoft Office PowerPoint</Application>
  <PresentationFormat>Widescreen</PresentationFormat>
  <Paragraphs>51</Paragraphs>
  <Slides>9</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9</vt:i4>
      </vt:variant>
    </vt:vector>
  </HeadingPairs>
  <TitlesOfParts>
    <vt:vector size="14" baseType="lpstr">
      <vt:lpstr>Aptos</vt:lpstr>
      <vt:lpstr>Aptos Display</vt:lpstr>
      <vt:lpstr>Arial</vt:lpstr>
      <vt:lpstr>Cambria Math</vt:lpstr>
      <vt:lpstr>Parallax</vt:lpstr>
      <vt:lpstr>Final Presentation – Interview Question</vt:lpstr>
      <vt:lpstr>Interview Question</vt:lpstr>
      <vt:lpstr>Comparison Based Algorithms</vt:lpstr>
      <vt:lpstr>Non-Comparison Sorting Algorithms</vt:lpstr>
      <vt:lpstr>Differences</vt:lpstr>
      <vt:lpstr>Non-Comparison Limitations</vt:lpstr>
      <vt:lpstr>Code Example Notes</vt:lpstr>
      <vt:lpstr>Conclusion</vt:lpstr>
      <vt:lpstr>References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Lloyd Armor</dc:creator>
  <cp:lastModifiedBy>Lloyd Armor</cp:lastModifiedBy>
  <cp:revision>6</cp:revision>
  <dcterms:created xsi:type="dcterms:W3CDTF">2025-11-30T22:35:19Z</dcterms:created>
  <dcterms:modified xsi:type="dcterms:W3CDTF">2025-11-30T23:08:38Z</dcterms:modified>
</cp:coreProperties>
</file>